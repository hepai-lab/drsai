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ab878f66284a0d" /><Relationship Type="http://schemas.openxmlformats.org/officeDocument/2006/relationships/extended-properties" Target="/docProps/app.xml" Id="Rcffb4b39c1ae4adf" /><Relationship Type="http://schemas.openxmlformats.org/officeDocument/2006/relationships/officeDocument" Target="/ppt/presentation.xml" Id="R3c69bb61d0264b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97932f9f464cbe"/>
  </p:sldMasterIdLst>
  <p:notesMasterIdLst>
    <p:notesMasterId xmlns:r="http://schemas.openxmlformats.org/officeDocument/2006/relationships" r:id="R92202a18574947b0"/>
  </p:notesMasterIdLst>
  <p:sldIdLst>
    <p:sldId xmlns:r="http://schemas.openxmlformats.org/officeDocument/2006/relationships" id="256" r:id="Re2f036bec6aa4b55"/>
    <p:sldId xmlns:r="http://schemas.openxmlformats.org/officeDocument/2006/relationships" id="257" r:id="R18fded25681d4bf2"/>
    <p:sldId xmlns:r="http://schemas.openxmlformats.org/officeDocument/2006/relationships" id="258" r:id="Rd3db9f1fdddc495f"/>
    <p:sldId xmlns:r="http://schemas.openxmlformats.org/officeDocument/2006/relationships" id="259" r:id="R37f56a8d0ebf46b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843bcb79724a0a" /><Relationship Type="http://schemas.openxmlformats.org/officeDocument/2006/relationships/slideMaster" Target="/ppt/slideMasters/slideMaster1.xml" Id="R8997932f9f464cbe" /><Relationship Type="http://schemas.openxmlformats.org/officeDocument/2006/relationships/notesMaster" Target="/ppt/notesMasters/notesMaster1.xml" Id="R92202a18574947b0" /><Relationship Type="http://schemas.openxmlformats.org/officeDocument/2006/relationships/presProps" Target="/ppt/presProps.xml" Id="Rb74de8fc54aa40dc" /><Relationship Type="http://schemas.openxmlformats.org/officeDocument/2006/relationships/tableStyles" Target="/ppt/tableStyles.xml" Id="R79109254a38e49eb" /><Relationship Type="http://schemas.openxmlformats.org/officeDocument/2006/relationships/slide" Target="/ppt/slides/slide1.xml" Id="Re2f036bec6aa4b55" /><Relationship Type="http://schemas.openxmlformats.org/officeDocument/2006/relationships/slide" Target="/ppt/slides/slide2.xml" Id="R18fded25681d4bf2" /><Relationship Type="http://schemas.openxmlformats.org/officeDocument/2006/relationships/slide" Target="/ppt/slides/slide3.xml" Id="Rd3db9f1fdddc495f" /><Relationship Type="http://schemas.openxmlformats.org/officeDocument/2006/relationships/slide" Target="/ppt/slides/slide4.xml" Id="R37f56a8d0ebf46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c106d32a9144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672147df994830" /><Relationship Type="http://schemas.openxmlformats.org/officeDocument/2006/relationships/notesMaster" Target="/ppt/notesMasters/notesMaster1.xml" Id="Ra62941aa5ce347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900bf68f594b3e" /><Relationship Type="http://schemas.openxmlformats.org/officeDocument/2006/relationships/notesMaster" Target="/ppt/notesMasters/notesMaster1.xml" Id="Rf58be916177d4f1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87d4b5c0ae4421" /><Relationship Type="http://schemas.openxmlformats.org/officeDocument/2006/relationships/notesMaster" Target="/ppt/notesMasters/notesMaster1.xml" Id="Rb83c2c1b722f48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9c3f9bcb3041ee" /><Relationship Type="http://schemas.openxmlformats.org/officeDocument/2006/relationships/notesMaster" Target="/ppt/notesMasters/notesMaster1.xml" Id="Red060698eb3643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a13746484347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b50159296f487f" /><Relationship Type="http://schemas.openxmlformats.org/officeDocument/2006/relationships/slideLayout" Target="/ppt/slideLayouts/slideLayout1.xml" Id="Rcdd1109cd25541a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d1109cd25541a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4385ed258744a3" /><Relationship Type="http://schemas.openxmlformats.org/officeDocument/2006/relationships/notesSlide" Target="/ppt/notesSlides/notesSlide1.xml" Id="R89869c2805c048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dcd86a0fc349fa" /><Relationship Type="http://schemas.openxmlformats.org/officeDocument/2006/relationships/notesSlide" Target="/ppt/notesSlides/notesSlide2.xml" Id="Reb3baa6073be46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db6253817b488b" /><Relationship Type="http://schemas.openxmlformats.org/officeDocument/2006/relationships/notesSlide" Target="/ppt/notesSlides/notesSlide3.xml" Id="Re36057e4ee6f45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40943884f041c9" /><Relationship Type="http://schemas.openxmlformats.org/officeDocument/2006/relationships/notesSlide" Target="/ppt/notesSlides/notesSlide4.xml" Id="Rc880323b6270412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5115A9B0-860F-436A-BB85-394159EC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orbit-outer">
            <a:extLst xmlns:a="http://schemas.openxmlformats.org/drawingml/2006/main">
              <a:ext uri="{FF2B5EF4-FFF2-40B4-BE49-F238E27FC236}">
                <a16:creationId xmlns:a16="http://schemas.microsoft.com/office/drawing/2014/main" id="{B63EC1FD-DA86-41EC-872D-68ADFF99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876300"/>
            <a:ext cx="2857500" cy="2857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5791"/>
            </a:solidFill>
            <a:prstDash val="solid"/>
          </a:ln>
        </p:spPr>
      </p:sp>
      <p:sp>
        <p:nvSpPr>
          <p:cNvPr id="3" name="title-orbit-inner">
            <a:extLst xmlns:a="http://schemas.openxmlformats.org/drawingml/2006/main">
              <a:ext uri="{FF2B5EF4-FFF2-40B4-BE49-F238E27FC236}">
                <a16:creationId xmlns:a16="http://schemas.microsoft.com/office/drawing/2014/main" id="{8004EBF9-4874-4C56-B65A-941E935E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485900"/>
            <a:ext cx="1638300" cy="1638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3D4FF"/>
            </a:solidFill>
            <a:prstDash val="solid"/>
          </a:ln>
        </p:spPr>
      </p:sp>
      <p:sp>
        <p:nvSpPr>
          <p:cNvPr id="4" name="title-core">
            <a:extLst xmlns:a="http://schemas.openxmlformats.org/drawingml/2006/main">
              <a:ext uri="{FF2B5EF4-FFF2-40B4-BE49-F238E27FC236}">
                <a16:creationId xmlns:a16="http://schemas.microsoft.com/office/drawing/2014/main" id="{B3DF0C1E-F930-459F-A547-756911D9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1990725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6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line">
            <a:extLst xmlns:a="http://schemas.openxmlformats.org/drawingml/2006/main">
              <a:ext uri="{FF2B5EF4-FFF2-40B4-BE49-F238E27FC236}">
                <a16:creationId xmlns:a16="http://schemas.microsoft.com/office/drawing/2014/main" id="{48E7BD00-F110-4818-8F34-BD30FA7A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eck-title">
            <a:extLst xmlns:a="http://schemas.openxmlformats.org/drawingml/2006/main">
              <a:ext uri="{FF2B5EF4-FFF2-40B4-BE49-F238E27FC236}">
                <a16:creationId xmlns:a16="http://schemas.microsoft.com/office/drawing/2014/main" id="{E9E271EC-5724-492F-89AB-111DCE3BD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695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OpenDrSai Runtime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核心概念</a:t>
            </a:r>
          </a:p>
        </p:txBody>
      </p:sp>
      <p:sp>
        <p:nvSpPr>
          <p:cNvPr id="7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798CF8A0-CA17-4145-8937-194B627A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A9C3E4"/>
                </a:solidFill>
              </a:defRPr>
            </a:pPr>
            <a:r>
              <a:rPr sz="1950">
                <a:solidFill>
                  <a:srgbClr val="A9C3E4"/>
                </a:solidFill>
              </a:rPr>
              <a:t>Session、Run、OAEP 与可追溯执行</a:t>
            </a:r>
          </a:p>
        </p:txBody>
      </p:sp>
      <p:sp>
        <p:nvSpPr>
          <p:cNvPr id="8" name="page-1">
            <a:extLst xmlns:a="http://schemas.openxmlformats.org/drawingml/2006/main">
              <a:ext uri="{FF2B5EF4-FFF2-40B4-BE49-F238E27FC236}">
                <a16:creationId xmlns:a16="http://schemas.microsoft.com/office/drawing/2014/main" id="{C36EB592-57EC-4EF0-80B5-11D5DA70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9C3E4"/>
                </a:solidFill>
              </a:defRPr>
            </a:pPr>
            <a:r>
              <a:rPr sz="1125" b="1">
                <a:solidFill>
                  <a:srgbClr val="A9C3E4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502090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A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accent-2">
            <a:extLst xmlns:a="http://schemas.openxmlformats.org/drawingml/2006/main">
              <a:ext uri="{FF2B5EF4-FFF2-40B4-BE49-F238E27FC236}">
                <a16:creationId xmlns:a16="http://schemas.microsoft.com/office/drawing/2014/main" id="{E1C78968-8C19-49B8-8C5B-45B574D0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2">
            <a:extLst xmlns:a="http://schemas.openxmlformats.org/drawingml/2006/main">
              <a:ext uri="{FF2B5EF4-FFF2-40B4-BE49-F238E27FC236}">
                <a16:creationId xmlns:a16="http://schemas.microsoft.com/office/drawing/2014/main" id="{EABF7538-BA9D-4DA3-BAB3-F2694AE90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3D4FF"/>
                </a:solidFill>
              </a:defRPr>
            </a:pPr>
            <a:r>
              <a:rPr sz="975" b="1">
                <a:solidFill>
                  <a:srgbClr val="43D4FF"/>
                </a:solidFill>
              </a:rPr>
              <a:t>SESSION / RUN</a:t>
            </a:r>
          </a:p>
        </p:txBody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BC7133F8-4E32-4BAF-90DD-22C1EC5A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9C3E4"/>
                </a:solidFill>
              </a:defRPr>
            </a:pPr>
            <a:r>
              <a:rPr sz="1125" b="1">
                <a:solidFill>
                  <a:srgbClr val="A9C3E4"/>
                </a:solidFill>
              </a:rPr>
              <a:t>02</a:t>
            </a:r>
          </a:p>
        </p:txBody>
      </p:sp>
      <p:sp>
        <p:nvSpPr>
          <p:cNvPr id="4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830CFCD8-2232-4C45-8BF4-ACCD37F6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2-title">
            <a:extLst xmlns:a="http://schemas.openxmlformats.org/drawingml/2006/main">
              <a:ext uri="{FF2B5EF4-FFF2-40B4-BE49-F238E27FC236}">
                <a16:creationId xmlns:a16="http://schemas.microsoft.com/office/drawing/2014/main" id="{23D50306-AA1F-4FC2-BE0B-D7C7F4D0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一次会话，承载多次执行</a:t>
            </a:r>
          </a:p>
        </p:txBody>
      </p:sp>
      <p:sp>
        <p:nvSpPr>
          <p:cNvPr id="6" name="slide2-kicker">
            <a:extLst xmlns:a="http://schemas.openxmlformats.org/drawingml/2006/main">
              <a:ext uri="{FF2B5EF4-FFF2-40B4-BE49-F238E27FC236}">
                <a16:creationId xmlns:a16="http://schemas.microsoft.com/office/drawing/2014/main" id="{69740EAC-69FD-48FA-8456-52ABE5E2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76375"/>
            <a:ext cx="819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A9C3E4"/>
                </a:solidFill>
              </a:defRPr>
            </a:pPr>
            <a:r>
              <a:rPr sz="1500">
                <a:solidFill>
                  <a:srgbClr val="A9C3E4"/>
                </a:solidFill>
              </a:rPr>
              <a:t>Session 提供连续上下文；Run 保留每一次执行边界。</a:t>
            </a:r>
          </a:p>
        </p:txBody>
      </p:sp>
      <p:sp>
        <p:nvSpPr>
          <p:cNvPr id="7" name="session-band">
            <a:extLst xmlns:a="http://schemas.openxmlformats.org/drawingml/2006/main">
              <a:ext uri="{FF2B5EF4-FFF2-40B4-BE49-F238E27FC236}">
                <a16:creationId xmlns:a16="http://schemas.microsoft.com/office/drawing/2014/main" id="{7637A78E-E873-42D2-B2E0-3956E379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102870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D2B50"/>
          </a:solidFill>
          <a:ln xmlns:a="http://schemas.openxmlformats.org/drawingml/2006/main" w="9525">
            <a:solidFill>
              <a:srgbClr val="255785"/>
            </a:solidFill>
            <a:prstDash val="solid"/>
          </a:ln>
        </p:spPr>
      </p:sp>
      <p:sp>
        <p:nvSpPr>
          <p:cNvPr id="8" name="session-label">
            <a:extLst xmlns:a="http://schemas.openxmlformats.org/drawingml/2006/main">
              <a:ext uri="{FF2B5EF4-FFF2-40B4-BE49-F238E27FC236}">
                <a16:creationId xmlns:a16="http://schemas.microsoft.com/office/drawing/2014/main" id="{66EC35AD-15DA-4EA3-92FC-A9B045D3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670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3D4FF"/>
                </a:solidFill>
              </a:defRPr>
            </a:pPr>
            <a:r>
              <a:rPr sz="1350" b="1">
                <a:solidFill>
                  <a:srgbClr val="43D4FF"/>
                </a:solidFill>
              </a:rPr>
              <a:t>SESSION</a:t>
            </a:r>
          </a:p>
        </p:txBody>
      </p:sp>
      <p:sp>
        <p:nvSpPr>
          <p:cNvPr id="9" name="session-copy">
            <a:extLst xmlns:a="http://schemas.openxmlformats.org/drawingml/2006/main">
              <a:ext uri="{FF2B5EF4-FFF2-40B4-BE49-F238E27FC236}">
                <a16:creationId xmlns:a16="http://schemas.microsoft.com/office/drawing/2014/main" id="{754C76C2-673D-4EA7-9199-73991CFB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051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一段持续的用户会话</a:t>
            </a:r>
          </a:p>
        </p:txBody>
      </p:sp>
      <p:sp>
        <p:nvSpPr>
          <p:cNvPr id="10" name="run-1">
            <a:extLst xmlns:a="http://schemas.openxmlformats.org/drawingml/2006/main">
              <a:ext uri="{FF2B5EF4-FFF2-40B4-BE49-F238E27FC236}">
                <a16:creationId xmlns:a16="http://schemas.microsoft.com/office/drawing/2014/main" id="{BE2A5C81-B60C-4115-AC16-4CF03668C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57500"/>
            <a:ext cx="1428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73E69"/>
          </a:solidFill>
          <a:ln xmlns:a="http://schemas.openxmlformats.org/drawingml/2006/main" w="9525">
            <a:solidFill>
              <a:srgbClr val="3B6C9B"/>
            </a:solidFill>
            <a:prstDash val="solid"/>
          </a:ln>
        </p:spPr>
      </p:sp>
      <p:sp>
        <p:nvSpPr>
          <p:cNvPr id="11" name="run-label-1">
            <a:extLst xmlns:a="http://schemas.openxmlformats.org/drawingml/2006/main">
              <a:ext uri="{FF2B5EF4-FFF2-40B4-BE49-F238E27FC236}">
                <a16:creationId xmlns:a16="http://schemas.microsoft.com/office/drawing/2014/main" id="{C333517A-5E4D-4983-BD1A-85E9D3F0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9562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3D4FF"/>
                </a:solidFill>
              </a:defRPr>
            </a:pPr>
            <a:r>
              <a:rPr sz="1200" b="1">
                <a:solidFill>
                  <a:srgbClr val="43D4FF"/>
                </a:solidFill>
              </a:rPr>
              <a:t>RUN 01</a:t>
            </a:r>
          </a:p>
        </p:txBody>
      </p:sp>
      <p:sp>
        <p:nvSpPr>
          <p:cNvPr id="12" name="run-copy-1">
            <a:extLst xmlns:a="http://schemas.openxmlformats.org/drawingml/2006/main">
              <a:ext uri="{FF2B5EF4-FFF2-40B4-BE49-F238E27FC236}">
                <a16:creationId xmlns:a16="http://schemas.microsoft.com/office/drawing/2014/main" id="{83C940D1-448F-4DBB-872A-859B95E7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5052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一次具体执行</a:t>
            </a:r>
          </a:p>
        </p:txBody>
      </p:sp>
      <p:sp>
        <p:nvSpPr>
          <p:cNvPr id="13" name="run-2">
            <a:extLst xmlns:a="http://schemas.openxmlformats.org/drawingml/2006/main">
              <a:ext uri="{FF2B5EF4-FFF2-40B4-BE49-F238E27FC236}">
                <a16:creationId xmlns:a16="http://schemas.microsoft.com/office/drawing/2014/main" id="{CB477A15-072D-4717-8AE3-B08A2537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57500"/>
            <a:ext cx="1428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46EF5"/>
          </a:solidFill>
          <a:ln xmlns:a="http://schemas.openxmlformats.org/drawingml/2006/main" w="9525">
            <a:solidFill>
              <a:srgbClr val="43D4FF"/>
            </a:solidFill>
            <a:prstDash val="solid"/>
          </a:ln>
        </p:spPr>
      </p:sp>
      <p:sp>
        <p:nvSpPr>
          <p:cNvPr id="14" name="run-label-2">
            <a:extLst xmlns:a="http://schemas.openxmlformats.org/drawingml/2006/main">
              <a:ext uri="{FF2B5EF4-FFF2-40B4-BE49-F238E27FC236}">
                <a16:creationId xmlns:a16="http://schemas.microsoft.com/office/drawing/2014/main" id="{5ACED13C-BA07-4F7A-AD79-258F75D8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9562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RUN 02</a:t>
            </a:r>
          </a:p>
        </p:txBody>
      </p:sp>
      <p:sp>
        <p:nvSpPr>
          <p:cNvPr id="15" name="run-copy-2">
            <a:extLst xmlns:a="http://schemas.openxmlformats.org/drawingml/2006/main">
              <a:ext uri="{FF2B5EF4-FFF2-40B4-BE49-F238E27FC236}">
                <a16:creationId xmlns:a16="http://schemas.microsoft.com/office/drawing/2014/main" id="{955C77DA-063E-4990-A908-8291AE3B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5052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一次具体执行</a:t>
            </a:r>
          </a:p>
        </p:txBody>
      </p:sp>
      <p:sp>
        <p:nvSpPr>
          <p:cNvPr id="16" name="run-3">
            <a:extLst xmlns:a="http://schemas.openxmlformats.org/drawingml/2006/main">
              <a:ext uri="{FF2B5EF4-FFF2-40B4-BE49-F238E27FC236}">
                <a16:creationId xmlns:a16="http://schemas.microsoft.com/office/drawing/2014/main" id="{E89DE7E2-339E-41FE-A6DA-8130A1F5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57500"/>
            <a:ext cx="1428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73E69"/>
          </a:solidFill>
          <a:ln xmlns:a="http://schemas.openxmlformats.org/drawingml/2006/main" w="9525">
            <a:solidFill>
              <a:srgbClr val="3B6C9B"/>
            </a:solidFill>
            <a:prstDash val="solid"/>
          </a:ln>
        </p:spPr>
      </p:sp>
      <p:sp>
        <p:nvSpPr>
          <p:cNvPr id="17" name="run-label-3">
            <a:extLst xmlns:a="http://schemas.openxmlformats.org/drawingml/2006/main">
              <a:ext uri="{FF2B5EF4-FFF2-40B4-BE49-F238E27FC236}">
                <a16:creationId xmlns:a16="http://schemas.microsoft.com/office/drawing/2014/main" id="{6004CE9C-F88F-4649-93C0-FCA22407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9562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3D4FF"/>
                </a:solidFill>
              </a:defRPr>
            </a:pPr>
            <a:r>
              <a:rPr sz="1200" b="1">
                <a:solidFill>
                  <a:srgbClr val="43D4FF"/>
                </a:solidFill>
              </a:rPr>
              <a:t>RUN 03</a:t>
            </a:r>
          </a:p>
        </p:txBody>
      </p:sp>
      <p:sp>
        <p:nvSpPr>
          <p:cNvPr id="18" name="run-copy-3">
            <a:extLst xmlns:a="http://schemas.openxmlformats.org/drawingml/2006/main">
              <a:ext uri="{FF2B5EF4-FFF2-40B4-BE49-F238E27FC236}">
                <a16:creationId xmlns:a16="http://schemas.microsoft.com/office/drawing/2014/main" id="{529B8C0D-413E-4C63-8F57-231BC37F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5052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一次具体执行</a:t>
            </a:r>
          </a:p>
        </p:txBody>
      </p:sp>
      <p:sp>
        <p:nvSpPr>
          <p:cNvPr id="19" name="slide2-summary">
            <a:extLst xmlns:a="http://schemas.openxmlformats.org/drawingml/2006/main">
              <a:ext uri="{FF2B5EF4-FFF2-40B4-BE49-F238E27FC236}">
                <a16:creationId xmlns:a16="http://schemas.microsoft.com/office/drawing/2014/main" id="{A1FC625D-65DE-4BA5-9295-7BA22DC60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095875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EAF4FF"/>
                </a:solidFill>
              </a:defRPr>
            </a:pPr>
            <a:r>
              <a:rPr sz="2025" b="1">
                <a:solidFill>
                  <a:srgbClr val="EAF4FF"/>
                </a:solidFill>
              </a:rPr>
              <a:t>一个 Session 可以包含多个 Run</a:t>
            </a:r>
          </a:p>
        </p:txBody>
      </p:sp>
    </p:spTree>
    <p:extLst>
      <p:ext uri="{BB962C8B-B14F-4D97-AF65-F5344CB8AC3E}">
        <p14:creationId xmlns:p14="http://schemas.microsoft.com/office/powerpoint/2010/main" val="8117513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A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accent-3">
            <a:extLst xmlns:a="http://schemas.openxmlformats.org/drawingml/2006/main">
              <a:ext uri="{FF2B5EF4-FFF2-40B4-BE49-F238E27FC236}">
                <a16:creationId xmlns:a16="http://schemas.microsoft.com/office/drawing/2014/main" id="{65929D97-B39D-4945-990E-1F4669B1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3">
            <a:extLst xmlns:a="http://schemas.openxmlformats.org/drawingml/2006/main">
              <a:ext uri="{FF2B5EF4-FFF2-40B4-BE49-F238E27FC236}">
                <a16:creationId xmlns:a16="http://schemas.microsoft.com/office/drawing/2014/main" id="{AE7B7E9A-53D1-4228-9423-D7A6D4011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3D4FF"/>
                </a:solidFill>
              </a:defRPr>
            </a:pPr>
            <a:r>
              <a:rPr sz="975" b="1">
                <a:solidFill>
                  <a:srgbClr val="43D4FF"/>
                </a:solidFill>
              </a:rPr>
              <a:t>OAEP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05484E4A-CAF5-4E25-ADA7-73194043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9C3E4"/>
                </a:solidFill>
              </a:defRPr>
            </a:pPr>
            <a:r>
              <a:rPr sz="1125" b="1">
                <a:solidFill>
                  <a:srgbClr val="A9C3E4"/>
                </a:solidFill>
              </a:rPr>
              <a:t>03</a:t>
            </a:r>
          </a:p>
        </p:txBody>
      </p:sp>
      <p:sp>
        <p:nvSpPr>
          <p:cNvPr id="4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BA9AA3B8-E5F6-49CD-9BAA-7DA8FC29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3-title">
            <a:extLst xmlns:a="http://schemas.openxmlformats.org/drawingml/2006/main">
              <a:ext uri="{FF2B5EF4-FFF2-40B4-BE49-F238E27FC236}">
                <a16:creationId xmlns:a16="http://schemas.microsoft.com/office/drawing/2014/main" id="{27DAF559-9878-43E7-9E16-8A23C660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23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OAEP 让执行事件拥有统一语言</a:t>
            </a:r>
          </a:p>
        </p:txBody>
      </p:sp>
      <p:sp>
        <p:nvSpPr>
          <p:cNvPr id="6" name="slide3-kicker">
            <a:extLst xmlns:a="http://schemas.openxmlformats.org/drawingml/2006/main">
              <a:ext uri="{FF2B5EF4-FFF2-40B4-BE49-F238E27FC236}">
                <a16:creationId xmlns:a16="http://schemas.microsoft.com/office/drawing/2014/main" id="{361DD2BD-62D9-4C22-B69F-68026D9D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76375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A9C3E4"/>
                </a:solidFill>
              </a:defRPr>
            </a:pPr>
            <a:r>
              <a:rPr sz="1500">
                <a:solidFill>
                  <a:srgbClr val="A9C3E4"/>
                </a:solidFill>
              </a:rPr>
              <a:t>消息、工具调用、审批、引用和产物，共享同一结构化输出。</a:t>
            </a:r>
          </a:p>
        </p:txBody>
      </p:sp>
      <p:sp>
        <p:nvSpPr>
          <p:cNvPr id="7" name="oaep-spine">
            <a:extLst xmlns:a="http://schemas.openxmlformats.org/drawingml/2006/main">
              <a:ext uri="{FF2B5EF4-FFF2-40B4-BE49-F238E27FC236}">
                <a16:creationId xmlns:a16="http://schemas.microsoft.com/office/drawing/2014/main" id="{284958CA-8D28-4656-8E87-76EBC6DA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19350"/>
            <a:ext cx="762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oaep-node-0">
            <a:extLst xmlns:a="http://schemas.openxmlformats.org/drawingml/2006/main">
              <a:ext uri="{FF2B5EF4-FFF2-40B4-BE49-F238E27FC236}">
                <a16:creationId xmlns:a16="http://schemas.microsoft.com/office/drawing/2014/main" id="{F52069DC-4500-4891-88DA-2F14CFD3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43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B67"/>
          </a:solidFill>
          <a:ln xmlns:a="http://schemas.openxmlformats.org/drawingml/2006/main" w="9525">
            <a:solidFill>
              <a:srgbClr val="43D4FF"/>
            </a:solidFill>
            <a:prstDash val="solid"/>
          </a:ln>
        </p:spPr>
      </p:sp>
      <p:sp>
        <p:nvSpPr>
          <p:cNvPr id="9" name="oaep-number-0">
            <a:extLst xmlns:a="http://schemas.openxmlformats.org/drawingml/2006/main">
              <a:ext uri="{FF2B5EF4-FFF2-40B4-BE49-F238E27FC236}">
                <a16:creationId xmlns:a16="http://schemas.microsoft.com/office/drawing/2014/main" id="{06662D6F-5B43-4097-853F-3EFE4A20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098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oaep-label-0">
            <a:extLst xmlns:a="http://schemas.openxmlformats.org/drawingml/2006/main">
              <a:ext uri="{FF2B5EF4-FFF2-40B4-BE49-F238E27FC236}">
                <a16:creationId xmlns:a16="http://schemas.microsoft.com/office/drawing/2014/main" id="{B5574E77-6BD0-42DE-84D6-EFD836C5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31457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消息</a:t>
            </a:r>
          </a:p>
        </p:txBody>
      </p:sp>
      <p:sp>
        <p:nvSpPr>
          <p:cNvPr id="11" name="oaep-node-1">
            <a:extLst xmlns:a="http://schemas.openxmlformats.org/drawingml/2006/main">
              <a:ext uri="{FF2B5EF4-FFF2-40B4-BE49-F238E27FC236}">
                <a16:creationId xmlns:a16="http://schemas.microsoft.com/office/drawing/2014/main" id="{3560534A-7BD6-4B77-BE5E-DA9D9EF25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718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6EF5"/>
          </a:solidFill>
          <a:ln xmlns:a="http://schemas.openxmlformats.org/drawingml/2006/main" w="9525">
            <a:solidFill>
              <a:srgbClr val="43D4FF"/>
            </a:solidFill>
            <a:prstDash val="solid"/>
          </a:ln>
        </p:spPr>
      </p:sp>
      <p:sp>
        <p:nvSpPr>
          <p:cNvPr id="12" name="oaep-number-1">
            <a:extLst xmlns:a="http://schemas.openxmlformats.org/drawingml/2006/main">
              <a:ext uri="{FF2B5EF4-FFF2-40B4-BE49-F238E27FC236}">
                <a16:creationId xmlns:a16="http://schemas.microsoft.com/office/drawing/2014/main" id="{AD44F333-C79F-499D-8F77-98240647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384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oaep-label-1">
            <a:extLst xmlns:a="http://schemas.openxmlformats.org/drawingml/2006/main">
              <a:ext uri="{FF2B5EF4-FFF2-40B4-BE49-F238E27FC236}">
                <a16:creationId xmlns:a16="http://schemas.microsoft.com/office/drawing/2014/main" id="{C4A9EFE9-824E-490A-8B27-25E9D7DC4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94322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工具调用</a:t>
            </a:r>
          </a:p>
        </p:txBody>
      </p:sp>
      <p:sp>
        <p:nvSpPr>
          <p:cNvPr id="14" name="oaep-node-2">
            <a:extLst xmlns:a="http://schemas.openxmlformats.org/drawingml/2006/main">
              <a:ext uri="{FF2B5EF4-FFF2-40B4-BE49-F238E27FC236}">
                <a16:creationId xmlns:a16="http://schemas.microsoft.com/office/drawing/2014/main" id="{34209A2A-0652-4ED0-90CD-5815C3694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004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B67"/>
          </a:solidFill>
          <a:ln xmlns:a="http://schemas.openxmlformats.org/drawingml/2006/main" w="9525">
            <a:solidFill>
              <a:srgbClr val="43D4FF"/>
            </a:solidFill>
            <a:prstDash val="solid"/>
          </a:ln>
        </p:spPr>
      </p:sp>
      <p:sp>
        <p:nvSpPr>
          <p:cNvPr id="15" name="oaep-number-2">
            <a:extLst xmlns:a="http://schemas.openxmlformats.org/drawingml/2006/main">
              <a:ext uri="{FF2B5EF4-FFF2-40B4-BE49-F238E27FC236}">
                <a16:creationId xmlns:a16="http://schemas.microsoft.com/office/drawing/2014/main" id="{1571CF4E-863F-4CE1-A44B-CE19D64E2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671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oaep-label-2">
            <a:extLst xmlns:a="http://schemas.openxmlformats.org/drawingml/2006/main">
              <a:ext uri="{FF2B5EF4-FFF2-40B4-BE49-F238E27FC236}">
                <a16:creationId xmlns:a16="http://schemas.microsoft.com/office/drawing/2014/main" id="{67314EB9-1B69-4219-B55A-6250F83C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57187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审批</a:t>
            </a:r>
          </a:p>
        </p:txBody>
      </p:sp>
      <p:sp>
        <p:nvSpPr>
          <p:cNvPr id="17" name="oaep-node-3">
            <a:extLst xmlns:a="http://schemas.openxmlformats.org/drawingml/2006/main">
              <a:ext uri="{FF2B5EF4-FFF2-40B4-BE49-F238E27FC236}">
                <a16:creationId xmlns:a16="http://schemas.microsoft.com/office/drawing/2014/main" id="{B63F2845-E0DB-43A3-B933-2997D456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291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B67"/>
          </a:solidFill>
          <a:ln xmlns:a="http://schemas.openxmlformats.org/drawingml/2006/main" w="9525">
            <a:solidFill>
              <a:srgbClr val="43D4FF"/>
            </a:solidFill>
            <a:prstDash val="solid"/>
          </a:ln>
        </p:spPr>
      </p:sp>
      <p:sp>
        <p:nvSpPr>
          <p:cNvPr id="18" name="oaep-number-3">
            <a:extLst xmlns:a="http://schemas.openxmlformats.org/drawingml/2006/main">
              <a:ext uri="{FF2B5EF4-FFF2-40B4-BE49-F238E27FC236}">
                <a16:creationId xmlns:a16="http://schemas.microsoft.com/office/drawing/2014/main" id="{1A7F82EE-7FB1-4EA9-90C4-4EF18D470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957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oaep-label-3">
            <a:extLst xmlns:a="http://schemas.openxmlformats.org/drawingml/2006/main">
              <a:ext uri="{FF2B5EF4-FFF2-40B4-BE49-F238E27FC236}">
                <a16:creationId xmlns:a16="http://schemas.microsoft.com/office/drawing/2014/main" id="{0E2F2FFC-5CD6-4CFF-B054-5F8A313CC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20052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引用</a:t>
            </a:r>
          </a:p>
        </p:txBody>
      </p:sp>
      <p:sp>
        <p:nvSpPr>
          <p:cNvPr id="20" name="oaep-node-4">
            <a:extLst xmlns:a="http://schemas.openxmlformats.org/drawingml/2006/main">
              <a:ext uri="{FF2B5EF4-FFF2-40B4-BE49-F238E27FC236}">
                <a16:creationId xmlns:a16="http://schemas.microsoft.com/office/drawing/2014/main" id="{1C5E2BDA-456C-4A68-99E7-ED289CE2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57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B67"/>
          </a:solidFill>
          <a:ln xmlns:a="http://schemas.openxmlformats.org/drawingml/2006/main" w="9525">
            <a:solidFill>
              <a:srgbClr val="43D4FF"/>
            </a:solidFill>
            <a:prstDash val="solid"/>
          </a:ln>
        </p:spPr>
      </p:sp>
      <p:sp>
        <p:nvSpPr>
          <p:cNvPr id="21" name="oaep-number-4">
            <a:extLst xmlns:a="http://schemas.openxmlformats.org/drawingml/2006/main">
              <a:ext uri="{FF2B5EF4-FFF2-40B4-BE49-F238E27FC236}">
                <a16:creationId xmlns:a16="http://schemas.microsoft.com/office/drawing/2014/main" id="{3E29CBCE-2DBC-4E84-89C8-08C0C645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244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oaep-label-4">
            <a:extLst xmlns:a="http://schemas.openxmlformats.org/drawingml/2006/main">
              <a:ext uri="{FF2B5EF4-FFF2-40B4-BE49-F238E27FC236}">
                <a16:creationId xmlns:a16="http://schemas.microsoft.com/office/drawing/2014/main" id="{31D3DCD2-AABA-4535-9AC0-8747F4C4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82917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产物</a:t>
            </a:r>
          </a:p>
        </p:txBody>
      </p:sp>
      <p:sp>
        <p:nvSpPr>
          <p:cNvPr id="23" name="oaep-result">
            <a:extLst xmlns:a="http://schemas.openxmlformats.org/drawingml/2006/main">
              <a:ext uri="{FF2B5EF4-FFF2-40B4-BE49-F238E27FC236}">
                <a16:creationId xmlns:a16="http://schemas.microsoft.com/office/drawing/2014/main" id="{156BB63F-409D-4396-9BA5-1656202F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38400"/>
            <a:ext cx="533400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D2B50"/>
          </a:solidFill>
          <a:ln xmlns:a="http://schemas.openxmlformats.org/drawingml/2006/main" w="9525">
            <a:solidFill>
              <a:srgbClr val="255785"/>
            </a:solidFill>
            <a:prstDash val="solid"/>
          </a:ln>
        </p:spPr>
      </p:sp>
      <p:sp>
        <p:nvSpPr>
          <p:cNvPr id="24" name="oaep-result-eyebrow">
            <a:extLst xmlns:a="http://schemas.openxmlformats.org/drawingml/2006/main">
              <a:ext uri="{FF2B5EF4-FFF2-40B4-BE49-F238E27FC236}">
                <a16:creationId xmlns:a16="http://schemas.microsoft.com/office/drawing/2014/main" id="{1BB12224-12AA-4490-AC8E-E0630FDD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384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3D4FF"/>
                </a:solidFill>
              </a:defRPr>
            </a:pPr>
            <a:r>
              <a:rPr sz="1350" b="1">
                <a:solidFill>
                  <a:srgbClr val="43D4FF"/>
                </a:solidFill>
              </a:rPr>
              <a:t>统一投影</a:t>
            </a:r>
          </a:p>
        </p:txBody>
      </p:sp>
      <p:sp>
        <p:nvSpPr>
          <p:cNvPr id="25" name="oaep-result-title">
            <a:extLst xmlns:a="http://schemas.openxmlformats.org/drawingml/2006/main">
              <a:ext uri="{FF2B5EF4-FFF2-40B4-BE49-F238E27FC236}">
                <a16:creationId xmlns:a16="http://schemas.microsoft.com/office/drawing/2014/main" id="{5D67DAAB-D534-4AB1-89CC-81D861B40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76600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一致的结构化输出</a:t>
            </a:r>
          </a:p>
        </p:txBody>
      </p:sp>
      <p:sp>
        <p:nvSpPr>
          <p:cNvPr id="26" name="oaep-result-copy">
            <a:extLst xmlns:a="http://schemas.openxmlformats.org/drawingml/2006/main">
              <a:ext uri="{FF2B5EF4-FFF2-40B4-BE49-F238E27FC236}">
                <a16:creationId xmlns:a16="http://schemas.microsoft.com/office/drawing/2014/main" id="{75B53DB2-199C-474D-AF1E-7FB6BFCC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96240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75">
                <a:solidFill>
                  <a:srgbClr val="EAF4FF"/>
                </a:solidFill>
              </a:defRPr>
            </a:pPr>
            <a:r>
              <a:rPr sz="1575">
                <a:solidFill>
                  <a:srgbClr val="EAF4FF"/>
                </a:solidFill>
              </a:rPr>
              <a:t>不同客户端读取相同的事件语义，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575">
                <a:solidFill>
                  <a:srgbClr val="EAF4FF"/>
                </a:solidFill>
              </a:defRPr>
            </a:pPr>
            <a:r>
              <a:rPr sz="1575">
                <a:solidFill>
                  <a:srgbClr val="EAF4FF"/>
                </a:solidFill>
              </a:rPr>
              <a:t>保留关系、状态与可追溯证据。</a:t>
            </a:r>
          </a:p>
        </p:txBody>
      </p:sp>
    </p:spTree>
    <p:extLst>
      <p:ext uri="{BB962C8B-B14F-4D97-AF65-F5344CB8AC3E}">
        <p14:creationId xmlns:p14="http://schemas.microsoft.com/office/powerpoint/2010/main" val="20182646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A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accent-4">
            <a:extLst xmlns:a="http://schemas.openxmlformats.org/drawingml/2006/main">
              <a:ext uri="{FF2B5EF4-FFF2-40B4-BE49-F238E27FC236}">
                <a16:creationId xmlns:a16="http://schemas.microsoft.com/office/drawing/2014/main" id="{86032E48-8FE5-47E1-B78E-AE5D9E38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4">
            <a:extLst xmlns:a="http://schemas.openxmlformats.org/drawingml/2006/main">
              <a:ext uri="{FF2B5EF4-FFF2-40B4-BE49-F238E27FC236}">
                <a16:creationId xmlns:a16="http://schemas.microsoft.com/office/drawing/2014/main" id="{B5C4306C-EAE9-4E9B-9A03-92A296F4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3D4FF"/>
                </a:solidFill>
              </a:defRPr>
            </a:pPr>
            <a:r>
              <a:rPr sz="975" b="1">
                <a:solidFill>
                  <a:srgbClr val="43D4FF"/>
                </a:solidFill>
              </a:rPr>
              <a:t>TRACEABILITY</a:t>
            </a:r>
          </a:p>
        </p:txBody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6B378219-329A-41A4-9577-C02D518B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9C3E4"/>
                </a:solidFill>
              </a:defRPr>
            </a:pPr>
            <a:r>
              <a:rPr sz="1125" b="1">
                <a:solidFill>
                  <a:srgbClr val="A9C3E4"/>
                </a:solidFill>
              </a:rPr>
              <a:t>04</a:t>
            </a:r>
          </a:p>
        </p:txBody>
      </p:sp>
      <p:sp>
        <p:nvSpPr>
          <p:cNvPr id="4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6F233616-F794-4B48-8923-C7E00ED8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4-title">
            <a:extLst xmlns:a="http://schemas.openxmlformats.org/drawingml/2006/main">
              <a:ext uri="{FF2B5EF4-FFF2-40B4-BE49-F238E27FC236}">
                <a16:creationId xmlns:a16="http://schemas.microsoft.com/office/drawing/2014/main" id="{AE25A060-78A4-4FC6-B4DA-5A57F4AD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可追溯执行，从配置快照开始</a:t>
            </a:r>
          </a:p>
        </p:txBody>
      </p:sp>
      <p:sp>
        <p:nvSpPr>
          <p:cNvPr id="6" name="slide4-kicker">
            <a:extLst xmlns:a="http://schemas.openxmlformats.org/drawingml/2006/main">
              <a:ext uri="{FF2B5EF4-FFF2-40B4-BE49-F238E27FC236}">
                <a16:creationId xmlns:a16="http://schemas.microsoft.com/office/drawing/2014/main" id="{EA981B98-24E2-43A2-9171-2515A6C8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7637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A9C3E4"/>
                </a:solidFill>
              </a:defRPr>
            </a:pPr>
            <a:r>
              <a:rPr sz="1500">
                <a:solidFill>
                  <a:srgbClr val="A9C3E4"/>
                </a:solidFill>
              </a:rPr>
              <a:t>Manifest 固定依据，原始证据保持不可变，实验产生新的 Run。</a:t>
            </a:r>
          </a:p>
        </p:txBody>
      </p:sp>
      <p:sp>
        <p:nvSpPr>
          <p:cNvPr id="7" name="bullet-dot-4-1">
            <a:extLst xmlns:a="http://schemas.openxmlformats.org/drawingml/2006/main">
              <a:ext uri="{FF2B5EF4-FFF2-40B4-BE49-F238E27FC236}">
                <a16:creationId xmlns:a16="http://schemas.microsoft.com/office/drawing/2014/main" id="{9DA1E996-0AEF-418A-8220-A3A353E63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66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-4-1">
            <a:extLst xmlns:a="http://schemas.openxmlformats.org/drawingml/2006/main">
              <a:ext uri="{FF2B5EF4-FFF2-40B4-BE49-F238E27FC236}">
                <a16:creationId xmlns:a16="http://schemas.microsoft.com/office/drawing/2014/main" id="{FACBD804-3999-41D8-8A10-AD2AF403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812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Run Manifest 记录关键配置和资源摘要</a:t>
            </a:r>
          </a:p>
        </p:txBody>
      </p:sp>
      <p:sp>
        <p:nvSpPr>
          <p:cNvPr id="9" name="bullet-dot-4-2">
            <a:extLst xmlns:a="http://schemas.openxmlformats.org/drawingml/2006/main">
              <a:ext uri="{FF2B5EF4-FFF2-40B4-BE49-F238E27FC236}">
                <a16:creationId xmlns:a16="http://schemas.microsoft.com/office/drawing/2014/main" id="{134BAA0D-4670-4135-9FE1-E80F2994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24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4-2">
            <a:extLst xmlns:a="http://schemas.openxmlformats.org/drawingml/2006/main">
              <a:ext uri="{FF2B5EF4-FFF2-40B4-BE49-F238E27FC236}">
                <a16:creationId xmlns:a16="http://schemas.microsoft.com/office/drawing/2014/main" id="{76258536-49F0-4CBA-9C6C-11E6D30E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3850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AF4FF"/>
                </a:solidFill>
              </a:defRPr>
            </a:pPr>
            <a:r>
              <a:rPr sz="1875" b="0">
                <a:solidFill>
                  <a:srgbClr val="EAF4FF"/>
                </a:solidFill>
              </a:rPr>
              <a:t>原始 Run 证据不可变</a:t>
            </a:r>
          </a:p>
        </p:txBody>
      </p:sp>
      <p:sp>
        <p:nvSpPr>
          <p:cNvPr id="11" name="bullet-dot-4-3">
            <a:extLst xmlns:a="http://schemas.openxmlformats.org/drawingml/2006/main">
              <a:ext uri="{FF2B5EF4-FFF2-40B4-BE49-F238E27FC236}">
                <a16:creationId xmlns:a16="http://schemas.microsoft.com/office/drawing/2014/main" id="{EA6E9E49-CA11-4046-8CBD-FB0C1334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81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ullet-4-3">
            <a:extLst xmlns:a="http://schemas.openxmlformats.org/drawingml/2006/main">
              <a:ext uri="{FF2B5EF4-FFF2-40B4-BE49-F238E27FC236}">
                <a16:creationId xmlns:a16="http://schemas.microsoft.com/office/drawing/2014/main" id="{0737A032-B136-4ACE-84DE-590E321D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957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AF4FF"/>
                </a:solidFill>
              </a:defRPr>
            </a:pPr>
            <a:r>
              <a:rPr sz="1875" b="0">
                <a:solidFill>
                  <a:srgbClr val="EAF4FF"/>
                </a:solidFill>
              </a:rPr>
              <a:t>重放或实验创建新的 Run</a:t>
            </a:r>
          </a:p>
        </p:txBody>
      </p:sp>
      <p:sp>
        <p:nvSpPr>
          <p:cNvPr id="13" name="trace-rail">
            <a:extLst xmlns:a="http://schemas.openxmlformats.org/drawingml/2006/main">
              <a:ext uri="{FF2B5EF4-FFF2-40B4-BE49-F238E27FC236}">
                <a16:creationId xmlns:a16="http://schemas.microsoft.com/office/drawing/2014/main" id="{C643D5E9-D481-4005-8A18-60684283D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286000"/>
            <a:ext cx="571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57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race-dot-0">
            <a:extLst xmlns:a="http://schemas.openxmlformats.org/drawingml/2006/main">
              <a:ext uri="{FF2B5EF4-FFF2-40B4-BE49-F238E27FC236}">
                <a16:creationId xmlns:a16="http://schemas.microsoft.com/office/drawing/2014/main" id="{B1618E6D-FCED-4B5E-8984-CB03942A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381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race-dot-1">
            <a:extLst xmlns:a="http://schemas.openxmlformats.org/drawingml/2006/main">
              <a:ext uri="{FF2B5EF4-FFF2-40B4-BE49-F238E27FC236}">
                <a16:creationId xmlns:a16="http://schemas.microsoft.com/office/drawing/2014/main" id="{E0ECD0D9-9C39-44CB-BDF8-BFEB56C3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238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6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race-dot-2">
            <a:extLst xmlns:a="http://schemas.openxmlformats.org/drawingml/2006/main">
              <a:ext uri="{FF2B5EF4-FFF2-40B4-BE49-F238E27FC236}">
                <a16:creationId xmlns:a16="http://schemas.microsoft.com/office/drawing/2014/main" id="{68E863B8-3128-4F47-B5F0-E770AA1AF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095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6EF5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584538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2026-08-04T18:44:43.6270000Z</dcterms:created>
  <dcterms:modified xsi:type="dcterms:W3CDTF">2026-08-04T18:44:43.6280000Z</dcterms:modified>
</coreProperties>
</file>