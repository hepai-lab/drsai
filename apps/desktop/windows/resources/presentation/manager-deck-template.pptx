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65677e2a3048cd" /><Relationship Type="http://schemas.openxmlformats.org/officeDocument/2006/relationships/extended-properties" Target="/docProps/app.xml" Id="Rc3c0ddb0a7874d9d" /><Relationship Type="http://schemas.openxmlformats.org/officeDocument/2006/relationships/officeDocument" Target="/ppt/presentation.xml" Id="R5f0aca5c0bf64a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3a85ff5d114937"/>
  </p:sldMasterIdLst>
  <p:notesMasterIdLst>
    <p:notesMasterId xmlns:r="http://schemas.openxmlformats.org/officeDocument/2006/relationships" r:id="R33e5039f8b2140cd"/>
  </p:notesMasterIdLst>
  <p:sldIdLst>
    <p:sldId xmlns:r="http://schemas.openxmlformats.org/officeDocument/2006/relationships" id="256" r:id="R286968502df54d75"/>
    <p:sldId xmlns:r="http://schemas.openxmlformats.org/officeDocument/2006/relationships" id="257" r:id="R051545d4ad9a4698"/>
    <p:sldId xmlns:r="http://schemas.openxmlformats.org/officeDocument/2006/relationships" id="258" r:id="Rd5489300b61840af"/>
    <p:sldId xmlns:r="http://schemas.openxmlformats.org/officeDocument/2006/relationships" id="259" r:id="Rd1d1a2064ac44e02"/>
    <p:sldId xmlns:r="http://schemas.openxmlformats.org/officeDocument/2006/relationships" id="260" r:id="Rdf97c344ddc34b09"/>
    <p:sldId xmlns:r="http://schemas.openxmlformats.org/officeDocument/2006/relationships" id="261" r:id="R70d1c727da1d4d2e"/>
    <p:sldId xmlns:r="http://schemas.openxmlformats.org/officeDocument/2006/relationships" id="262" r:id="Rc4e4a2d967854164"/>
    <p:sldId xmlns:r="http://schemas.openxmlformats.org/officeDocument/2006/relationships" id="263" r:id="Re352a79c51bb4eb8"/>
    <p:sldId xmlns:r="http://schemas.openxmlformats.org/officeDocument/2006/relationships" id="264" r:id="Raf6997be94c943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563a81a4b7418e" /><Relationship Type="http://schemas.openxmlformats.org/officeDocument/2006/relationships/slideMaster" Target="/ppt/slideMasters/slideMaster1.xml" Id="R473a85ff5d114937" /><Relationship Type="http://schemas.openxmlformats.org/officeDocument/2006/relationships/notesMaster" Target="/ppt/notesMasters/notesMaster1.xml" Id="R33e5039f8b2140cd" /><Relationship Type="http://schemas.openxmlformats.org/officeDocument/2006/relationships/presProps" Target="/ppt/presProps.xml" Id="Ra94edbe969ba4b55" /><Relationship Type="http://schemas.openxmlformats.org/officeDocument/2006/relationships/tableStyles" Target="/ppt/tableStyles.xml" Id="Rcb2f1ec952c54e4f" /><Relationship Type="http://schemas.openxmlformats.org/officeDocument/2006/relationships/slide" Target="/ppt/slides/slide1.xml" Id="R286968502df54d75" /><Relationship Type="http://schemas.openxmlformats.org/officeDocument/2006/relationships/slide" Target="/ppt/slides/slide2.xml" Id="R051545d4ad9a4698" /><Relationship Type="http://schemas.openxmlformats.org/officeDocument/2006/relationships/slide" Target="/ppt/slides/slide3.xml" Id="Rd5489300b61840af" /><Relationship Type="http://schemas.openxmlformats.org/officeDocument/2006/relationships/slide" Target="/ppt/slides/slide4.xml" Id="Rd1d1a2064ac44e02" /><Relationship Type="http://schemas.openxmlformats.org/officeDocument/2006/relationships/slide" Target="/ppt/slides/slide5.xml" Id="Rdf97c344ddc34b09" /><Relationship Type="http://schemas.openxmlformats.org/officeDocument/2006/relationships/slide" Target="/ppt/slides/slide6.xml" Id="R70d1c727da1d4d2e" /><Relationship Type="http://schemas.openxmlformats.org/officeDocument/2006/relationships/slide" Target="/ppt/slides/slide7.xml" Id="Rc4e4a2d967854164" /><Relationship Type="http://schemas.openxmlformats.org/officeDocument/2006/relationships/slide" Target="/ppt/slides/slide8.xml" Id="Re352a79c51bb4eb8" /><Relationship Type="http://schemas.openxmlformats.org/officeDocument/2006/relationships/slide" Target="/ppt/slides/slide9.xml" Id="Raf6997be94c943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b10d82deeb4e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6a471c0bf6492b" /><Relationship Type="http://schemas.openxmlformats.org/officeDocument/2006/relationships/notesMaster" Target="/ppt/notesMasters/notesMaster1.xml" Id="R0f3caa4f567b46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a28f28873749da" /><Relationship Type="http://schemas.openxmlformats.org/officeDocument/2006/relationships/notesMaster" Target="/ppt/notesMasters/notesMaster1.xml" Id="R6c389310832549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2596be70394691" /><Relationship Type="http://schemas.openxmlformats.org/officeDocument/2006/relationships/notesMaster" Target="/ppt/notesMasters/notesMaster1.xml" Id="Rdb234ef1f6014f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6e7bb12a394989" /><Relationship Type="http://schemas.openxmlformats.org/officeDocument/2006/relationships/notesMaster" Target="/ppt/notesMasters/notesMaster1.xml" Id="Rff145eb55ad841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5b2d526e5144a4" /><Relationship Type="http://schemas.openxmlformats.org/officeDocument/2006/relationships/notesMaster" Target="/ppt/notesMasters/notesMaster1.xml" Id="R5b70089d486d4f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b2607865874795" /><Relationship Type="http://schemas.openxmlformats.org/officeDocument/2006/relationships/notesMaster" Target="/ppt/notesMasters/notesMaster1.xml" Id="Rf614b58ba29441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d9dff8e7144c31" /><Relationship Type="http://schemas.openxmlformats.org/officeDocument/2006/relationships/notesMaster" Target="/ppt/notesMasters/notesMaster1.xml" Id="R522c9d63907547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cadc12fda440f9" /><Relationship Type="http://schemas.openxmlformats.org/officeDocument/2006/relationships/notesMaster" Target="/ppt/notesMasters/notesMaster1.xml" Id="R17b378119c2c45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59a0975a284f99" /><Relationship Type="http://schemas.openxmlformats.org/officeDocument/2006/relationships/notesMaster" Target="/ppt/notesMasters/notesMaster1.xml" Id="R1f163c1bbde346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TOKEN_S2_NOTES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来源页码：p.9902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TOKEN_S3_NOTES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来源页码：p.9903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TOKEN_S4_NOTES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来源页码：p.9904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TOKEN_S5_NOTES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来源页码：p.9905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TOKEN_S6_NOTES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来源页码：p.9906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TOKEN_S7_NOTES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来源页码：p.9907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TOKEN_S8_NOTES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来源页码：p.9908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ea45f7d694e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169bcc64344dc0" /><Relationship Type="http://schemas.openxmlformats.org/officeDocument/2006/relationships/slideLayout" Target="/ppt/slideLayouts/slideLayout1.xml" Id="Ra23098c91bdf4a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098c91bdf4a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566b09a654e57" /><Relationship Type="http://schemas.openxmlformats.org/officeDocument/2006/relationships/notesSlide" Target="/ppt/notesSlides/notesSlide1.xml" Id="R56a4f0391b9e45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15818276d4d55" /><Relationship Type="http://schemas.openxmlformats.org/officeDocument/2006/relationships/notesSlide" Target="/ppt/notesSlides/notesSlide2.xml" Id="R25d449b202384d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1debdac524b6e" /><Relationship Type="http://schemas.openxmlformats.org/officeDocument/2006/relationships/notesSlide" Target="/ppt/notesSlides/notesSlide3.xml" Id="R9496f41b507342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bdc2502fb4d2f" /><Relationship Type="http://schemas.openxmlformats.org/officeDocument/2006/relationships/notesSlide" Target="/ppt/notesSlides/notesSlide4.xml" Id="R2b5acc2a9a2c40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d7976b2854d3b" /><Relationship Type="http://schemas.openxmlformats.org/officeDocument/2006/relationships/notesSlide" Target="/ppt/notesSlides/notesSlide5.xml" Id="Rd9ff7917269249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349b31faf4d14" /><Relationship Type="http://schemas.openxmlformats.org/officeDocument/2006/relationships/notesSlide" Target="/ppt/notesSlides/notesSlide6.xml" Id="R835e951a6e7144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3c6cee25d4e18" /><Relationship Type="http://schemas.openxmlformats.org/officeDocument/2006/relationships/notesSlide" Target="/ppt/notesSlides/notesSlide7.xml" Id="R0fe359aa95c842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554273e704639" /><Relationship Type="http://schemas.openxmlformats.org/officeDocument/2006/relationships/notesSlide" Target="/ppt/notesSlides/notesSlide8.xml" Id="R2c4bba5a88e544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539db6fb449fd" /><Relationship Type="http://schemas.openxmlformats.org/officeDocument/2006/relationships/notesSlide" Target="/ppt/notesSlides/notesSlide9.xml" Id="R2f6f6519d2af46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0305C0E-6070-45AF-85CF-0A4CDBB0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00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IHEP VISIT · 2026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67FAE512-737D-48B2-9488-38D98888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287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TOKEN_S1_TITLE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E3187CA-0E15-4772-B14D-E2C74EA3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8572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TOKEN_S1_SUBTITLE</a:t>
            </a:r>
          </a:p>
        </p:txBody>
      </p:sp>
      <p:sp>
        <p:nvSpPr>
          <p:cNvPr id="4" name="context">
            <a:extLst xmlns:a="http://schemas.openxmlformats.org/drawingml/2006/main">
              <a:ext uri="{FF2B5EF4-FFF2-40B4-BE49-F238E27FC236}">
                <a16:creationId xmlns:a16="http://schemas.microsoft.com/office/drawing/2014/main" id="{418BE384-1D32-4945-AC1B-C7C92B5F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TOKEN_S1_CONTEXT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F2C8561-D3F1-4059-9854-C181B3ED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source-1">
            <a:extLst xmlns:a="http://schemas.openxmlformats.org/drawingml/2006/main">
              <a:ext uri="{FF2B5EF4-FFF2-40B4-BE49-F238E27FC236}">
                <a16:creationId xmlns:a16="http://schemas.microsoft.com/office/drawing/2014/main" id="{00C0E761-6F8C-4A5C-BC3E-EBEE7248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19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来源：p.9901</a:t>
            </a:r>
          </a:p>
        </p:txBody>
      </p:sp>
      <p:sp>
        <p:nvSpPr>
          <p:cNvPr id="7" name="page-1">
            <a:extLst xmlns:a="http://schemas.openxmlformats.org/drawingml/2006/main">
              <a:ext uri="{FF2B5EF4-FFF2-40B4-BE49-F238E27FC236}">
                <a16:creationId xmlns:a16="http://schemas.microsoft.com/office/drawing/2014/main" id="{BC8DBD87-ED73-4323-9C33-8380DB80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08232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C4EED6CD-3405-4414-B338-55E05D5C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TOKEN_S2_TITLE</a:t>
            </a:r>
          </a:p>
        </p:txBody>
      </p:sp>
      <p:sp>
        <p:nvSpPr>
          <p:cNvPr id="2" name="lead-2">
            <a:extLst xmlns:a="http://schemas.openxmlformats.org/drawingml/2006/main">
              <a:ext uri="{FF2B5EF4-FFF2-40B4-BE49-F238E27FC236}">
                <a16:creationId xmlns:a16="http://schemas.microsoft.com/office/drawing/2014/main" id="{48421B1E-4350-4F9F-94F1-C5562A57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TOKEN_S2_BODY_1  TOKEN_S2_BODY_2  TOKEN_S2_BODY_3</a:t>
            </a:r>
          </a:p>
        </p:txBody>
      </p:sp>
      <p:sp>
        <p:nvSpPr>
          <p:cNvPr id="3" name="metric-panel-2-0">
            <a:extLst xmlns:a="http://schemas.openxmlformats.org/drawingml/2006/main">
              <a:ext uri="{FF2B5EF4-FFF2-40B4-BE49-F238E27FC236}">
                <a16:creationId xmlns:a16="http://schemas.microsoft.com/office/drawing/2014/main" id="{9F221B6B-66F2-4B66-B25E-51BF6825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3333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</p:spPr>
      </p:sp>
      <p:sp>
        <p:nvSpPr>
          <p:cNvPr id="4" name="metric-2-0">
            <a:extLst xmlns:a="http://schemas.openxmlformats.org/drawingml/2006/main">
              <a:ext uri="{FF2B5EF4-FFF2-40B4-BE49-F238E27FC236}">
                <a16:creationId xmlns:a16="http://schemas.microsoft.com/office/drawing/2014/main" id="{9D5C9F07-2087-46D8-93B9-14371CEB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8003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76149"/>
          </a:bodyPr>
          <a:lstStyle xmlns:a="http://schemas.openxmlformats.org/drawingml/2006/main"/>
          <a:p xmlns:a="http://schemas.openxmlformats.org/drawingml/2006/main">
            <a:pPr algn="l">
              <a:defRPr sz="4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TOKEN_S2_METRIC_1</a:t>
            </a:r>
          </a:p>
        </p:txBody>
      </p:sp>
      <p:sp>
        <p:nvSpPr>
          <p:cNvPr id="5" name="metric-label-2-0">
            <a:extLst xmlns:a="http://schemas.openxmlformats.org/drawingml/2006/main">
              <a:ext uri="{FF2B5EF4-FFF2-40B4-BE49-F238E27FC236}">
                <a16:creationId xmlns:a16="http://schemas.microsoft.com/office/drawing/2014/main" id="{D68B3112-25FA-4337-AD7F-E3B55CA1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2800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TOKEN_S2_LABEL_1</a:t>
            </a:r>
          </a:p>
        </p:txBody>
      </p:sp>
      <p:sp>
        <p:nvSpPr>
          <p:cNvPr id="6" name="metric-panel-2-1">
            <a:extLst xmlns:a="http://schemas.openxmlformats.org/drawingml/2006/main">
              <a:ext uri="{FF2B5EF4-FFF2-40B4-BE49-F238E27FC236}">
                <a16:creationId xmlns:a16="http://schemas.microsoft.com/office/drawing/2014/main" id="{10A618F8-7EA8-48EE-92B5-6F5FCF31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95600"/>
            <a:ext cx="3333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</p:spPr>
      </p:sp>
      <p:sp>
        <p:nvSpPr>
          <p:cNvPr id="7" name="metric-2-1">
            <a:extLst xmlns:a="http://schemas.openxmlformats.org/drawingml/2006/main">
              <a:ext uri="{FF2B5EF4-FFF2-40B4-BE49-F238E27FC236}">
                <a16:creationId xmlns:a16="http://schemas.microsoft.com/office/drawing/2014/main" id="{5711915B-5AAA-4777-9669-2217DFEF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33750"/>
            <a:ext cx="28003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76149"/>
          </a:bodyPr>
          <a:lstStyle xmlns:a="http://schemas.openxmlformats.org/drawingml/2006/main"/>
          <a:p xmlns:a="http://schemas.openxmlformats.org/drawingml/2006/main">
            <a:pPr algn="l">
              <a:defRPr sz="43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TOKEN_S2_METRIC_2</a:t>
            </a:r>
          </a:p>
        </p:txBody>
      </p:sp>
      <p:sp>
        <p:nvSpPr>
          <p:cNvPr id="8" name="metric-label-2-1">
            <a:extLst xmlns:a="http://schemas.openxmlformats.org/drawingml/2006/main">
              <a:ext uri="{FF2B5EF4-FFF2-40B4-BE49-F238E27FC236}">
                <a16:creationId xmlns:a16="http://schemas.microsoft.com/office/drawing/2014/main" id="{96D6095F-0D1A-4C9C-971E-41F934D8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52950"/>
            <a:ext cx="2800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TOKEN_S2_LABEL_2</a:t>
            </a:r>
          </a:p>
        </p:txBody>
      </p:sp>
      <p:sp>
        <p:nvSpPr>
          <p:cNvPr id="9" name="metric-panel-2-2">
            <a:extLst xmlns:a="http://schemas.openxmlformats.org/drawingml/2006/main">
              <a:ext uri="{FF2B5EF4-FFF2-40B4-BE49-F238E27FC236}">
                <a16:creationId xmlns:a16="http://schemas.microsoft.com/office/drawing/2014/main" id="{923D8203-B4BA-4546-9991-8F5ECAD9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333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</p:spPr>
      </p:sp>
      <p:sp>
        <p:nvSpPr>
          <p:cNvPr id="10" name="metric-2-2">
            <a:extLst xmlns:a="http://schemas.openxmlformats.org/drawingml/2006/main">
              <a:ext uri="{FF2B5EF4-FFF2-40B4-BE49-F238E27FC236}">
                <a16:creationId xmlns:a16="http://schemas.microsoft.com/office/drawing/2014/main" id="{3CDEBAD6-6798-4BEA-8D1A-B9EE3783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28003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76149"/>
          </a:bodyPr>
          <a:lstStyle xmlns:a="http://schemas.openxmlformats.org/drawingml/2006/main"/>
          <a:p xmlns:a="http://schemas.openxmlformats.org/drawingml/2006/main">
            <a:pPr algn="l">
              <a:defRPr sz="4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TOKEN_S2_METRIC_3</a:t>
            </a:r>
          </a:p>
        </p:txBody>
      </p:sp>
      <p:sp>
        <p:nvSpPr>
          <p:cNvPr id="11" name="metric-label-2-2">
            <a:extLst xmlns:a="http://schemas.openxmlformats.org/drawingml/2006/main">
              <a:ext uri="{FF2B5EF4-FFF2-40B4-BE49-F238E27FC236}">
                <a16:creationId xmlns:a16="http://schemas.microsoft.com/office/drawing/2014/main" id="{53C900D8-9013-4FE0-B58E-0B47C682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52950"/>
            <a:ext cx="2800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TOKEN_S2_LABEL_3</a:t>
            </a:r>
          </a:p>
        </p:txBody>
      </p:sp>
      <p:sp>
        <p:nvSpPr>
          <p:cNvPr id="12" name="source-2">
            <a:extLst xmlns:a="http://schemas.openxmlformats.org/drawingml/2006/main">
              <a:ext uri="{FF2B5EF4-FFF2-40B4-BE49-F238E27FC236}">
                <a16:creationId xmlns:a16="http://schemas.microsoft.com/office/drawing/2014/main" id="{D787D37D-AFB0-4B7A-A497-BBA3F841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19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来源：p.9902</a:t>
            </a:r>
          </a:p>
        </p:txBody>
      </p:sp>
      <p:sp>
        <p:nvSpPr>
          <p:cNvPr id="13" name="page-2">
            <a:extLst xmlns:a="http://schemas.openxmlformats.org/drawingml/2006/main">
              <a:ext uri="{FF2B5EF4-FFF2-40B4-BE49-F238E27FC236}">
                <a16:creationId xmlns:a16="http://schemas.microsoft.com/office/drawing/2014/main" id="{8FA646FC-7AB0-4363-B255-70BDE320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63788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E712E835-7E55-4ABD-BD13-9620FA09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TOKEN_S3_TITLE</a:t>
            </a:r>
          </a:p>
        </p:txBody>
      </p:sp>
      <p:sp>
        <p:nvSpPr>
          <p:cNvPr id="2" name="lead-3">
            <a:extLst xmlns:a="http://schemas.openxmlformats.org/drawingml/2006/main">
              <a:ext uri="{FF2B5EF4-FFF2-40B4-BE49-F238E27FC236}">
                <a16:creationId xmlns:a16="http://schemas.microsoft.com/office/drawing/2014/main" id="{1BB0A809-847A-4B65-95E0-02A52E88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TOKEN_S3_BODY_1  TOKEN_S3_BODY_2  TOKEN_S3_BODY_3</a:t>
            </a:r>
          </a:p>
        </p:txBody>
      </p:sp>
      <p:sp>
        <p:nvSpPr>
          <p:cNvPr id="3" name="metric-panel-3-0">
            <a:extLst xmlns:a="http://schemas.openxmlformats.org/drawingml/2006/main">
              <a:ext uri="{FF2B5EF4-FFF2-40B4-BE49-F238E27FC236}">
                <a16:creationId xmlns:a16="http://schemas.microsoft.com/office/drawing/2014/main" id="{9E022EDB-6101-4035-9117-A06913FF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9055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</p:spPr>
      </p:sp>
      <p:sp>
        <p:nvSpPr>
          <p:cNvPr id="4" name="metric-3-0">
            <a:extLst xmlns:a="http://schemas.openxmlformats.org/drawingml/2006/main">
              <a:ext uri="{FF2B5EF4-FFF2-40B4-BE49-F238E27FC236}">
                <a16:creationId xmlns:a16="http://schemas.microsoft.com/office/drawing/2014/main" id="{EFE7D347-5AC4-4662-AEE8-D81517DE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3721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69457"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TOKEN_S3_METRIC_1</a:t>
            </a:r>
          </a:p>
        </p:txBody>
      </p:sp>
      <p:sp>
        <p:nvSpPr>
          <p:cNvPr id="5" name="metric-label-3-0">
            <a:extLst xmlns:a="http://schemas.openxmlformats.org/drawingml/2006/main">
              <a:ext uri="{FF2B5EF4-FFF2-40B4-BE49-F238E27FC236}">
                <a16:creationId xmlns:a16="http://schemas.microsoft.com/office/drawing/2014/main" id="{D21FC54F-7373-48DF-888F-D6970F79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53721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TOKEN_S3_LABEL_1</a:t>
            </a:r>
          </a:p>
        </p:txBody>
      </p:sp>
      <p:sp>
        <p:nvSpPr>
          <p:cNvPr id="6" name="source-3">
            <a:extLst xmlns:a="http://schemas.openxmlformats.org/drawingml/2006/main">
              <a:ext uri="{FF2B5EF4-FFF2-40B4-BE49-F238E27FC236}">
                <a16:creationId xmlns:a16="http://schemas.microsoft.com/office/drawing/2014/main" id="{2FC2F01E-5FF3-4235-BD18-32DEF053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19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来源：p.9903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E9848F2C-87A8-402F-9892-FBDC9899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9596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ACAD6AE1-8AC8-43AA-8505-7A17C114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TOKEN_S4_TITLE</a:t>
            </a:r>
          </a:p>
        </p:txBody>
      </p:sp>
      <p:sp>
        <p:nvSpPr>
          <p:cNvPr id="2" name="index-4-0">
            <a:extLst xmlns:a="http://schemas.openxmlformats.org/drawingml/2006/main">
              <a:ext uri="{FF2B5EF4-FFF2-40B4-BE49-F238E27FC236}">
                <a16:creationId xmlns:a16="http://schemas.microsoft.com/office/drawing/2014/main" id="{A9EEEE2B-99EB-474A-A477-B45EBECD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8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3" name="rule-4-0">
            <a:extLst xmlns:a="http://schemas.openxmlformats.org/drawingml/2006/main">
              <a:ext uri="{FF2B5EF4-FFF2-40B4-BE49-F238E27FC236}">
                <a16:creationId xmlns:a16="http://schemas.microsoft.com/office/drawing/2014/main" id="{61004726-042E-4756-98B8-41E7BD5C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4787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point-4-0">
            <a:extLst xmlns:a="http://schemas.openxmlformats.org/drawingml/2006/main">
              <a:ext uri="{FF2B5EF4-FFF2-40B4-BE49-F238E27FC236}">
                <a16:creationId xmlns:a16="http://schemas.microsoft.com/office/drawing/2014/main" id="{356A8098-68D4-499A-8C10-5F687D85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7867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TOKEN_S4_BODY_1</a:t>
            </a:r>
          </a:p>
        </p:txBody>
      </p:sp>
      <p:sp>
        <p:nvSpPr>
          <p:cNvPr id="5" name="index-4-1">
            <a:extLst xmlns:a="http://schemas.openxmlformats.org/drawingml/2006/main">
              <a:ext uri="{FF2B5EF4-FFF2-40B4-BE49-F238E27FC236}">
                <a16:creationId xmlns:a16="http://schemas.microsoft.com/office/drawing/2014/main" id="{F1D5D7AB-5133-44BF-A858-B9D566BC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78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6" name="rule-4-1">
            <a:extLst xmlns:a="http://schemas.openxmlformats.org/drawingml/2006/main">
              <a:ext uri="{FF2B5EF4-FFF2-40B4-BE49-F238E27FC236}">
                <a16:creationId xmlns:a16="http://schemas.microsoft.com/office/drawing/2014/main" id="{2A088EFE-7C7F-4BB2-8499-8036A340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6232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point-4-1">
            <a:extLst xmlns:a="http://schemas.openxmlformats.org/drawingml/2006/main">
              <a:ext uri="{FF2B5EF4-FFF2-40B4-BE49-F238E27FC236}">
                <a16:creationId xmlns:a16="http://schemas.microsoft.com/office/drawing/2014/main" id="{F3C719F2-2DE2-42FA-BA74-E8F2B59B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24200"/>
            <a:ext cx="7867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TOKEN_S4_BODY_2</a:t>
            </a:r>
          </a:p>
        </p:txBody>
      </p:sp>
      <p:sp>
        <p:nvSpPr>
          <p:cNvPr id="8" name="index-4-2">
            <a:extLst xmlns:a="http://schemas.openxmlformats.org/drawingml/2006/main">
              <a:ext uri="{FF2B5EF4-FFF2-40B4-BE49-F238E27FC236}">
                <a16:creationId xmlns:a16="http://schemas.microsoft.com/office/drawing/2014/main" id="{1666EC6E-09A2-4074-BD5B-5A677AC3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78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9" name="rule-4-2">
            <a:extLst xmlns:a="http://schemas.openxmlformats.org/drawingml/2006/main">
              <a:ext uri="{FF2B5EF4-FFF2-40B4-BE49-F238E27FC236}">
                <a16:creationId xmlns:a16="http://schemas.microsoft.com/office/drawing/2014/main" id="{399B9DE3-6BD2-4900-98F2-1B1DC698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7677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0" name="point-4-2">
            <a:extLst xmlns:a="http://schemas.openxmlformats.org/drawingml/2006/main">
              <a:ext uri="{FF2B5EF4-FFF2-40B4-BE49-F238E27FC236}">
                <a16:creationId xmlns:a16="http://schemas.microsoft.com/office/drawing/2014/main" id="{931F8B7A-9C7A-49B2-9D2D-777A0053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38650"/>
            <a:ext cx="7867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TOKEN_S4_BODY_3</a:t>
            </a:r>
          </a:p>
        </p:txBody>
      </p:sp>
      <p:sp>
        <p:nvSpPr>
          <p:cNvPr id="11" name="source-4">
            <a:extLst xmlns:a="http://schemas.openxmlformats.org/drawingml/2006/main">
              <a:ext uri="{FF2B5EF4-FFF2-40B4-BE49-F238E27FC236}">
                <a16:creationId xmlns:a16="http://schemas.microsoft.com/office/drawing/2014/main" id="{FC081466-AA3D-4635-A327-3DBA47EC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19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来源：p.9904</a:t>
            </a:r>
          </a:p>
        </p:txBody>
      </p:sp>
      <p:sp>
        <p:nvSpPr>
          <p:cNvPr id="12" name="page-4">
            <a:extLst xmlns:a="http://schemas.openxmlformats.org/drawingml/2006/main">
              <a:ext uri="{FF2B5EF4-FFF2-40B4-BE49-F238E27FC236}">
                <a16:creationId xmlns:a16="http://schemas.microsoft.com/office/drawing/2014/main" id="{AA980AAA-DC8D-419E-BDD7-835519CA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047718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067194F3-9EC5-472D-A5F6-B1140D3D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TOKEN_S5_TITLE</a:t>
            </a:r>
          </a:p>
        </p:txBody>
      </p:sp>
      <p:sp>
        <p:nvSpPr>
          <p:cNvPr id="2" name="index-5-0">
            <a:extLst xmlns:a="http://schemas.openxmlformats.org/drawingml/2006/main">
              <a:ext uri="{FF2B5EF4-FFF2-40B4-BE49-F238E27FC236}">
                <a16:creationId xmlns:a16="http://schemas.microsoft.com/office/drawing/2014/main" id="{10669C00-F7F7-480A-B7D6-08A681D7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8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3" name="rule-5-0">
            <a:extLst xmlns:a="http://schemas.openxmlformats.org/drawingml/2006/main">
              <a:ext uri="{FF2B5EF4-FFF2-40B4-BE49-F238E27FC236}">
                <a16:creationId xmlns:a16="http://schemas.microsoft.com/office/drawing/2014/main" id="{1ED3A47B-9AB7-47E0-AA8E-AF30E709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4787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point-5-0">
            <a:extLst xmlns:a="http://schemas.openxmlformats.org/drawingml/2006/main">
              <a:ext uri="{FF2B5EF4-FFF2-40B4-BE49-F238E27FC236}">
                <a16:creationId xmlns:a16="http://schemas.microsoft.com/office/drawing/2014/main" id="{6B3E1492-F6AD-45C4-8666-9BBD2DF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7867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TOKEN_S5_BODY_1</a:t>
            </a:r>
          </a:p>
        </p:txBody>
      </p:sp>
      <p:sp>
        <p:nvSpPr>
          <p:cNvPr id="5" name="index-5-1">
            <a:extLst xmlns:a="http://schemas.openxmlformats.org/drawingml/2006/main">
              <a:ext uri="{FF2B5EF4-FFF2-40B4-BE49-F238E27FC236}">
                <a16:creationId xmlns:a16="http://schemas.microsoft.com/office/drawing/2014/main" id="{FB1A3BA5-88C9-4955-A4BC-14EDEDF9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78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6" name="rule-5-1">
            <a:extLst xmlns:a="http://schemas.openxmlformats.org/drawingml/2006/main">
              <a:ext uri="{FF2B5EF4-FFF2-40B4-BE49-F238E27FC236}">
                <a16:creationId xmlns:a16="http://schemas.microsoft.com/office/drawing/2014/main" id="{83E86F99-CA4E-46FC-9D86-42D522C8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6232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point-5-1">
            <a:extLst xmlns:a="http://schemas.openxmlformats.org/drawingml/2006/main">
              <a:ext uri="{FF2B5EF4-FFF2-40B4-BE49-F238E27FC236}">
                <a16:creationId xmlns:a16="http://schemas.microsoft.com/office/drawing/2014/main" id="{33E54760-0AC9-426C-883D-A2969184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24200"/>
            <a:ext cx="7867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TOKEN_S5_BODY_2</a:t>
            </a:r>
          </a:p>
        </p:txBody>
      </p:sp>
      <p:sp>
        <p:nvSpPr>
          <p:cNvPr id="8" name="index-5-2">
            <a:extLst xmlns:a="http://schemas.openxmlformats.org/drawingml/2006/main">
              <a:ext uri="{FF2B5EF4-FFF2-40B4-BE49-F238E27FC236}">
                <a16:creationId xmlns:a16="http://schemas.microsoft.com/office/drawing/2014/main" id="{39375BFF-E348-4C42-8261-6B2F8A49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78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9" name="rule-5-2">
            <a:extLst xmlns:a="http://schemas.openxmlformats.org/drawingml/2006/main">
              <a:ext uri="{FF2B5EF4-FFF2-40B4-BE49-F238E27FC236}">
                <a16:creationId xmlns:a16="http://schemas.microsoft.com/office/drawing/2014/main" id="{7DBEDDAB-593E-4D23-BE35-B6987A0A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7677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0" name="point-5-2">
            <a:extLst xmlns:a="http://schemas.openxmlformats.org/drawingml/2006/main">
              <a:ext uri="{FF2B5EF4-FFF2-40B4-BE49-F238E27FC236}">
                <a16:creationId xmlns:a16="http://schemas.microsoft.com/office/drawing/2014/main" id="{DF7932CE-45AE-45DC-BC17-5E6046D5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38650"/>
            <a:ext cx="7867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TOKEN_S5_BODY_3</a:t>
            </a:r>
          </a:p>
        </p:txBody>
      </p:sp>
      <p:sp>
        <p:nvSpPr>
          <p:cNvPr id="11" name="source-5">
            <a:extLst xmlns:a="http://schemas.openxmlformats.org/drawingml/2006/main">
              <a:ext uri="{FF2B5EF4-FFF2-40B4-BE49-F238E27FC236}">
                <a16:creationId xmlns:a16="http://schemas.microsoft.com/office/drawing/2014/main" id="{6CFEA306-C384-4F6C-96CB-50D48BD0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19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来源：p.9905</a:t>
            </a:r>
          </a:p>
        </p:txBody>
      </p:sp>
      <p:sp>
        <p:nvSpPr>
          <p:cNvPr id="12" name="page-5">
            <a:extLst xmlns:a="http://schemas.openxmlformats.org/drawingml/2006/main">
              <a:ext uri="{FF2B5EF4-FFF2-40B4-BE49-F238E27FC236}">
                <a16:creationId xmlns:a16="http://schemas.microsoft.com/office/drawing/2014/main" id="{F6A8CF67-EFF7-49CD-A472-16DD7F9C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64372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B3B7E7D8-DD09-43FE-A667-0077F419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TOKEN_S6_TITLE</a:t>
            </a:r>
          </a:p>
        </p:txBody>
      </p:sp>
      <p:sp>
        <p:nvSpPr>
          <p:cNvPr id="2" name="timeline-line-6">
            <a:extLst xmlns:a="http://schemas.openxmlformats.org/drawingml/2006/main">
              <a:ext uri="{FF2B5EF4-FFF2-40B4-BE49-F238E27FC236}">
                <a16:creationId xmlns:a16="http://schemas.microsoft.com/office/drawing/2014/main" id="{E9C7FEC5-8258-4981-B0F5-F9E5ECC2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038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3" name="timeline-dot-6-0">
            <a:extLst xmlns:a="http://schemas.openxmlformats.org/drawingml/2006/main">
              <a:ext uri="{FF2B5EF4-FFF2-40B4-BE49-F238E27FC236}">
                <a16:creationId xmlns:a16="http://schemas.microsoft.com/office/drawing/2014/main" id="{138116AE-D74E-4ED4-B8A8-818F87F6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4" name="year-6-0">
            <a:extLst xmlns:a="http://schemas.openxmlformats.org/drawingml/2006/main">
              <a:ext uri="{FF2B5EF4-FFF2-40B4-BE49-F238E27FC236}">
                <a16:creationId xmlns:a16="http://schemas.microsoft.com/office/drawing/2014/main" id="{4ED390D6-E42D-418E-902C-28A71866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TOKEN_S6_YEAR_1</a:t>
            </a:r>
          </a:p>
        </p:txBody>
      </p:sp>
      <p:sp>
        <p:nvSpPr>
          <p:cNvPr id="5" name="value-6-0">
            <a:extLst xmlns:a="http://schemas.openxmlformats.org/drawingml/2006/main">
              <a:ext uri="{FF2B5EF4-FFF2-40B4-BE49-F238E27FC236}">
                <a16:creationId xmlns:a16="http://schemas.microsoft.com/office/drawing/2014/main" id="{2E7B01ED-F3E7-40EE-B0A7-4EDC1145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428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187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TOKEN_S6_VALUE_1</a:t>
            </a:r>
          </a:p>
        </p:txBody>
      </p:sp>
      <p:sp>
        <p:nvSpPr>
          <p:cNvPr id="6" name="timeline-dot-6-1">
            <a:extLst xmlns:a="http://schemas.openxmlformats.org/drawingml/2006/main">
              <a:ext uri="{FF2B5EF4-FFF2-40B4-BE49-F238E27FC236}">
                <a16:creationId xmlns:a16="http://schemas.microsoft.com/office/drawing/2014/main" id="{D31B765C-7F62-4124-ACE2-796594B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71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7" name="year-6-1">
            <a:extLst xmlns:a="http://schemas.openxmlformats.org/drawingml/2006/main">
              <a:ext uri="{FF2B5EF4-FFF2-40B4-BE49-F238E27FC236}">
                <a16:creationId xmlns:a16="http://schemas.microsoft.com/office/drawing/2014/main" id="{FDF562A5-430C-4DF9-BF8C-E599F200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7650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TOKEN_S6_YEAR_2</a:t>
            </a:r>
          </a:p>
        </p:txBody>
      </p:sp>
      <p:sp>
        <p:nvSpPr>
          <p:cNvPr id="8" name="value-6-1">
            <a:extLst xmlns:a="http://schemas.openxmlformats.org/drawingml/2006/main">
              <a:ext uri="{FF2B5EF4-FFF2-40B4-BE49-F238E27FC236}">
                <a16:creationId xmlns:a16="http://schemas.microsoft.com/office/drawing/2014/main" id="{56EC0870-3384-4F0F-A40E-3BB43652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1428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187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TOKEN_S6_VALUE_2</a:t>
            </a:r>
          </a:p>
        </p:txBody>
      </p:sp>
      <p:sp>
        <p:nvSpPr>
          <p:cNvPr id="9" name="timeline-dot-6-2">
            <a:extLst xmlns:a="http://schemas.openxmlformats.org/drawingml/2006/main">
              <a:ext uri="{FF2B5EF4-FFF2-40B4-BE49-F238E27FC236}">
                <a16:creationId xmlns:a16="http://schemas.microsoft.com/office/drawing/2014/main" id="{FA8138CA-262D-4DD4-87B9-9504114F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71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year-6-2">
            <a:extLst xmlns:a="http://schemas.openxmlformats.org/drawingml/2006/main">
              <a:ext uri="{FF2B5EF4-FFF2-40B4-BE49-F238E27FC236}">
                <a16:creationId xmlns:a16="http://schemas.microsoft.com/office/drawing/2014/main" id="{574F893A-992C-4968-8526-646C6A76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7650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TOKEN_S6_YEAR_3</a:t>
            </a:r>
          </a:p>
        </p:txBody>
      </p:sp>
      <p:sp>
        <p:nvSpPr>
          <p:cNvPr id="11" name="value-6-2">
            <a:extLst xmlns:a="http://schemas.openxmlformats.org/drawingml/2006/main">
              <a:ext uri="{FF2B5EF4-FFF2-40B4-BE49-F238E27FC236}">
                <a16:creationId xmlns:a16="http://schemas.microsoft.com/office/drawing/2014/main" id="{EC3769B4-8D10-4013-8F29-313D2C70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428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187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TOKEN_S6_VALUE_3</a:t>
            </a:r>
          </a:p>
        </p:txBody>
      </p:sp>
      <p:sp>
        <p:nvSpPr>
          <p:cNvPr id="12" name="timeline-dot-6-3">
            <a:extLst xmlns:a="http://schemas.openxmlformats.org/drawingml/2006/main">
              <a:ext uri="{FF2B5EF4-FFF2-40B4-BE49-F238E27FC236}">
                <a16:creationId xmlns:a16="http://schemas.microsoft.com/office/drawing/2014/main" id="{1FFF86BA-4CCA-4DB8-A71E-9BC3D68A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71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3" name="year-6-3">
            <a:extLst xmlns:a="http://schemas.openxmlformats.org/drawingml/2006/main">
              <a:ext uri="{FF2B5EF4-FFF2-40B4-BE49-F238E27FC236}">
                <a16:creationId xmlns:a16="http://schemas.microsoft.com/office/drawing/2014/main" id="{5F60EA54-72BF-407E-A8CB-7AE3313D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TOKEN_S6_YEAR_4</a:t>
            </a:r>
          </a:p>
        </p:txBody>
      </p:sp>
      <p:sp>
        <p:nvSpPr>
          <p:cNvPr id="14" name="value-6-3">
            <a:extLst xmlns:a="http://schemas.openxmlformats.org/drawingml/2006/main">
              <a:ext uri="{FF2B5EF4-FFF2-40B4-BE49-F238E27FC236}">
                <a16:creationId xmlns:a16="http://schemas.microsoft.com/office/drawing/2014/main" id="{B338E278-F27C-491D-B1E5-59D1D777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1428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187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TOKEN_S6_VALUE_4</a:t>
            </a:r>
          </a:p>
        </p:txBody>
      </p:sp>
      <p:sp>
        <p:nvSpPr>
          <p:cNvPr id="15" name="timeline-dot-6-4">
            <a:extLst xmlns:a="http://schemas.openxmlformats.org/drawingml/2006/main">
              <a:ext uri="{FF2B5EF4-FFF2-40B4-BE49-F238E27FC236}">
                <a16:creationId xmlns:a16="http://schemas.microsoft.com/office/drawing/2014/main" id="{12E99ACA-9E95-41C3-8B6B-2B7C0613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171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6" name="year-6-4">
            <a:extLst xmlns:a="http://schemas.openxmlformats.org/drawingml/2006/main">
              <a:ext uri="{FF2B5EF4-FFF2-40B4-BE49-F238E27FC236}">
                <a16:creationId xmlns:a16="http://schemas.microsoft.com/office/drawing/2014/main" id="{F4C9D6D4-050E-4C7E-8B92-AB61BD12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476500"/>
            <a:ext cx="104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TOKEN_S6_YEAR_5</a:t>
            </a:r>
          </a:p>
        </p:txBody>
      </p:sp>
      <p:sp>
        <p:nvSpPr>
          <p:cNvPr id="17" name="value-6-4">
            <a:extLst xmlns:a="http://schemas.openxmlformats.org/drawingml/2006/main">
              <a:ext uri="{FF2B5EF4-FFF2-40B4-BE49-F238E27FC236}">
                <a16:creationId xmlns:a16="http://schemas.microsoft.com/office/drawing/2014/main" id="{48C882E6-EB48-406F-8A9E-86947F7F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676650"/>
            <a:ext cx="1428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187"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TOKEN_S6_VALUE_5</a:t>
            </a:r>
          </a:p>
        </p:txBody>
      </p:sp>
      <p:sp>
        <p:nvSpPr>
          <p:cNvPr id="18" name="uncertainty-6">
            <a:extLst xmlns:a="http://schemas.openxmlformats.org/drawingml/2006/main">
              <a:ext uri="{FF2B5EF4-FFF2-40B4-BE49-F238E27FC236}">
                <a16:creationId xmlns:a16="http://schemas.microsoft.com/office/drawing/2014/main" id="{CD11A2B5-75FA-4993-AFD5-1962299F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7429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TOKEN_S6_BODY_1</a:t>
            </a:r>
          </a:p>
        </p:txBody>
      </p:sp>
      <p:sp>
        <p:nvSpPr>
          <p:cNvPr id="19" name="source-6">
            <a:extLst xmlns:a="http://schemas.openxmlformats.org/drawingml/2006/main">
              <a:ext uri="{FF2B5EF4-FFF2-40B4-BE49-F238E27FC236}">
                <a16:creationId xmlns:a16="http://schemas.microsoft.com/office/drawing/2014/main" id="{2406D03A-7BFE-4F9C-BB88-9A3106A4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19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来源：p.9906</a:t>
            </a:r>
          </a:p>
        </p:txBody>
      </p:sp>
      <p:sp>
        <p:nvSpPr>
          <p:cNvPr id="20" name="page-6">
            <a:extLst xmlns:a="http://schemas.openxmlformats.org/drawingml/2006/main">
              <a:ext uri="{FF2B5EF4-FFF2-40B4-BE49-F238E27FC236}">
                <a16:creationId xmlns:a16="http://schemas.microsoft.com/office/drawing/2014/main" id="{131AB0DC-1FC9-4AE6-B6B9-2F65EB19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732259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35249F73-B44E-4504-836A-31B0F6C6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TOKEN_S7_TITLE</a:t>
            </a:r>
          </a:p>
        </p:txBody>
      </p:sp>
      <p:sp>
        <p:nvSpPr>
          <p:cNvPr id="2" name="lead-7">
            <a:extLst xmlns:a="http://schemas.openxmlformats.org/drawingml/2006/main">
              <a:ext uri="{FF2B5EF4-FFF2-40B4-BE49-F238E27FC236}">
                <a16:creationId xmlns:a16="http://schemas.microsoft.com/office/drawing/2014/main" id="{8207B809-3610-4EB7-B005-48912AB6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TOKEN_S7_BODY_1  TOKEN_S7_BODY_2  TOKEN_S7_BODY_3</a:t>
            </a:r>
          </a:p>
        </p:txBody>
      </p:sp>
      <p:sp>
        <p:nvSpPr>
          <p:cNvPr id="3" name="metric-panel-7-0">
            <a:extLst xmlns:a="http://schemas.openxmlformats.org/drawingml/2006/main">
              <a:ext uri="{FF2B5EF4-FFF2-40B4-BE49-F238E27FC236}">
                <a16:creationId xmlns:a16="http://schemas.microsoft.com/office/drawing/2014/main" id="{9483C8C3-7CBE-404D-9D76-C966941B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3333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</p:spPr>
      </p:sp>
      <p:sp>
        <p:nvSpPr>
          <p:cNvPr id="4" name="metric-7-0">
            <a:extLst xmlns:a="http://schemas.openxmlformats.org/drawingml/2006/main">
              <a:ext uri="{FF2B5EF4-FFF2-40B4-BE49-F238E27FC236}">
                <a16:creationId xmlns:a16="http://schemas.microsoft.com/office/drawing/2014/main" id="{052CDF68-A44E-4634-900B-4234134A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8003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76149"/>
          </a:bodyPr>
          <a:lstStyle xmlns:a="http://schemas.openxmlformats.org/drawingml/2006/main"/>
          <a:p xmlns:a="http://schemas.openxmlformats.org/drawingml/2006/main">
            <a:pPr algn="l">
              <a:defRPr sz="4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TOKEN_S7_METRIC_1</a:t>
            </a:r>
          </a:p>
        </p:txBody>
      </p:sp>
      <p:sp>
        <p:nvSpPr>
          <p:cNvPr id="5" name="metric-label-7-0">
            <a:extLst xmlns:a="http://schemas.openxmlformats.org/drawingml/2006/main">
              <a:ext uri="{FF2B5EF4-FFF2-40B4-BE49-F238E27FC236}">
                <a16:creationId xmlns:a16="http://schemas.microsoft.com/office/drawing/2014/main" id="{B9A07A9C-2EB1-4FE2-9354-D3C8FC35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2800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TOKEN_S7_LABEL_1</a:t>
            </a:r>
          </a:p>
        </p:txBody>
      </p:sp>
      <p:sp>
        <p:nvSpPr>
          <p:cNvPr id="6" name="metric-panel-7-1">
            <a:extLst xmlns:a="http://schemas.openxmlformats.org/drawingml/2006/main">
              <a:ext uri="{FF2B5EF4-FFF2-40B4-BE49-F238E27FC236}">
                <a16:creationId xmlns:a16="http://schemas.microsoft.com/office/drawing/2014/main" id="{C151BC80-20E0-49AC-80D3-178BB595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95600"/>
            <a:ext cx="3333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</p:spPr>
      </p:sp>
      <p:sp>
        <p:nvSpPr>
          <p:cNvPr id="7" name="metric-7-1">
            <a:extLst xmlns:a="http://schemas.openxmlformats.org/drawingml/2006/main">
              <a:ext uri="{FF2B5EF4-FFF2-40B4-BE49-F238E27FC236}">
                <a16:creationId xmlns:a16="http://schemas.microsoft.com/office/drawing/2014/main" id="{59D18A78-E453-46A8-A25D-C764B01A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33750"/>
            <a:ext cx="28003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76149"/>
          </a:bodyPr>
          <a:lstStyle xmlns:a="http://schemas.openxmlformats.org/drawingml/2006/main"/>
          <a:p xmlns:a="http://schemas.openxmlformats.org/drawingml/2006/main">
            <a:pPr algn="l">
              <a:defRPr sz="43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TOKEN_S7_METRIC_2</a:t>
            </a:r>
          </a:p>
        </p:txBody>
      </p:sp>
      <p:sp>
        <p:nvSpPr>
          <p:cNvPr id="8" name="metric-label-7-1">
            <a:extLst xmlns:a="http://schemas.openxmlformats.org/drawingml/2006/main">
              <a:ext uri="{FF2B5EF4-FFF2-40B4-BE49-F238E27FC236}">
                <a16:creationId xmlns:a16="http://schemas.microsoft.com/office/drawing/2014/main" id="{25ABF782-752F-4969-9E94-C98BE0AE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52950"/>
            <a:ext cx="2800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TOKEN_S7_LABEL_2</a:t>
            </a:r>
          </a:p>
        </p:txBody>
      </p:sp>
      <p:sp>
        <p:nvSpPr>
          <p:cNvPr id="9" name="metric-panel-7-2">
            <a:extLst xmlns:a="http://schemas.openxmlformats.org/drawingml/2006/main">
              <a:ext uri="{FF2B5EF4-FFF2-40B4-BE49-F238E27FC236}">
                <a16:creationId xmlns:a16="http://schemas.microsoft.com/office/drawing/2014/main" id="{4A330BCA-AD8B-4DC4-A9B2-D8919497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333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</p:spPr>
      </p:sp>
      <p:sp>
        <p:nvSpPr>
          <p:cNvPr id="10" name="metric-7-2">
            <a:extLst xmlns:a="http://schemas.openxmlformats.org/drawingml/2006/main">
              <a:ext uri="{FF2B5EF4-FFF2-40B4-BE49-F238E27FC236}">
                <a16:creationId xmlns:a16="http://schemas.microsoft.com/office/drawing/2014/main" id="{0CE91466-276E-4390-A917-A6C85555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28003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76149"/>
          </a:bodyPr>
          <a:lstStyle xmlns:a="http://schemas.openxmlformats.org/drawingml/2006/main"/>
          <a:p xmlns:a="http://schemas.openxmlformats.org/drawingml/2006/main">
            <a:pPr algn="l">
              <a:defRPr sz="43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TOKEN_S7_METRIC_3</a:t>
            </a:r>
          </a:p>
        </p:txBody>
      </p:sp>
      <p:sp>
        <p:nvSpPr>
          <p:cNvPr id="11" name="metric-label-7-2">
            <a:extLst xmlns:a="http://schemas.openxmlformats.org/drawingml/2006/main">
              <a:ext uri="{FF2B5EF4-FFF2-40B4-BE49-F238E27FC236}">
                <a16:creationId xmlns:a16="http://schemas.microsoft.com/office/drawing/2014/main" id="{452BED09-9DA7-4425-A41F-6CFAC237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52950"/>
            <a:ext cx="2800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TOKEN_S7_LABEL_3</a:t>
            </a:r>
          </a:p>
        </p:txBody>
      </p:sp>
      <p:sp>
        <p:nvSpPr>
          <p:cNvPr id="12" name="source-7">
            <a:extLst xmlns:a="http://schemas.openxmlformats.org/drawingml/2006/main">
              <a:ext uri="{FF2B5EF4-FFF2-40B4-BE49-F238E27FC236}">
                <a16:creationId xmlns:a16="http://schemas.microsoft.com/office/drawing/2014/main" id="{51559082-6E70-460C-91FD-D8B5430E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19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来源：p.9907</a:t>
            </a:r>
          </a:p>
        </p:txBody>
      </p:sp>
      <p:sp>
        <p:nvSpPr>
          <p:cNvPr id="13" name="page-7">
            <a:extLst xmlns:a="http://schemas.openxmlformats.org/drawingml/2006/main">
              <a:ext uri="{FF2B5EF4-FFF2-40B4-BE49-F238E27FC236}">
                <a16:creationId xmlns:a16="http://schemas.microsoft.com/office/drawing/2014/main" id="{6F1010D5-FA44-4DD5-B9BE-DC830557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40690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78A67119-8109-406A-9377-1D6C189F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TOKEN_S8_TITLE</a:t>
            </a:r>
          </a:p>
        </p:txBody>
      </p:sp>
      <p:sp>
        <p:nvSpPr>
          <p:cNvPr id="2" name="index-8-0">
            <a:extLst xmlns:a="http://schemas.openxmlformats.org/drawingml/2006/main">
              <a:ext uri="{FF2B5EF4-FFF2-40B4-BE49-F238E27FC236}">
                <a16:creationId xmlns:a16="http://schemas.microsoft.com/office/drawing/2014/main" id="{DE47DF5C-8446-41AE-BBCE-211D5E29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78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3" name="rule-8-0">
            <a:extLst xmlns:a="http://schemas.openxmlformats.org/drawingml/2006/main">
              <a:ext uri="{FF2B5EF4-FFF2-40B4-BE49-F238E27FC236}">
                <a16:creationId xmlns:a16="http://schemas.microsoft.com/office/drawing/2014/main" id="{146302BE-BDA7-42D0-837C-6D07E62B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4787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point-8-0">
            <a:extLst xmlns:a="http://schemas.openxmlformats.org/drawingml/2006/main">
              <a:ext uri="{FF2B5EF4-FFF2-40B4-BE49-F238E27FC236}">
                <a16:creationId xmlns:a16="http://schemas.microsoft.com/office/drawing/2014/main" id="{6126A110-0C4E-415A-B4B7-677DCE75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7867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TOKEN_S8_BODY_1</a:t>
            </a:r>
          </a:p>
        </p:txBody>
      </p:sp>
      <p:sp>
        <p:nvSpPr>
          <p:cNvPr id="5" name="index-8-1">
            <a:extLst xmlns:a="http://schemas.openxmlformats.org/drawingml/2006/main">
              <a:ext uri="{FF2B5EF4-FFF2-40B4-BE49-F238E27FC236}">
                <a16:creationId xmlns:a16="http://schemas.microsoft.com/office/drawing/2014/main" id="{7F41504A-44E6-48FD-8DD5-686B6DD6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78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6" name="rule-8-1">
            <a:extLst xmlns:a="http://schemas.openxmlformats.org/drawingml/2006/main">
              <a:ext uri="{FF2B5EF4-FFF2-40B4-BE49-F238E27FC236}">
                <a16:creationId xmlns:a16="http://schemas.microsoft.com/office/drawing/2014/main" id="{4E5195F4-554E-495A-9CF8-E16CA09C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6232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7" name="point-8-1">
            <a:extLst xmlns:a="http://schemas.openxmlformats.org/drawingml/2006/main">
              <a:ext uri="{FF2B5EF4-FFF2-40B4-BE49-F238E27FC236}">
                <a16:creationId xmlns:a16="http://schemas.microsoft.com/office/drawing/2014/main" id="{43559206-1864-41C2-843C-BF27E22F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24200"/>
            <a:ext cx="7867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TOKEN_S8_BODY_2</a:t>
            </a:r>
          </a:p>
        </p:txBody>
      </p:sp>
      <p:sp>
        <p:nvSpPr>
          <p:cNvPr id="8" name="index-8-2">
            <a:extLst xmlns:a="http://schemas.openxmlformats.org/drawingml/2006/main">
              <a:ext uri="{FF2B5EF4-FFF2-40B4-BE49-F238E27FC236}">
                <a16:creationId xmlns:a16="http://schemas.microsoft.com/office/drawing/2014/main" id="{A72689E9-F16B-4AEE-B259-BD55EB58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78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9" name="rule-8-2">
            <a:extLst xmlns:a="http://schemas.openxmlformats.org/drawingml/2006/main">
              <a:ext uri="{FF2B5EF4-FFF2-40B4-BE49-F238E27FC236}">
                <a16:creationId xmlns:a16="http://schemas.microsoft.com/office/drawing/2014/main" id="{2D96C444-5516-4C43-AC51-9A13739D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7677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0" name="point-8-2">
            <a:extLst xmlns:a="http://schemas.openxmlformats.org/drawingml/2006/main">
              <a:ext uri="{FF2B5EF4-FFF2-40B4-BE49-F238E27FC236}">
                <a16:creationId xmlns:a16="http://schemas.microsoft.com/office/drawing/2014/main" id="{A52C2573-A704-4FF9-B848-C0445A07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38650"/>
            <a:ext cx="7867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TOKEN_S8_BODY_3</a:t>
            </a:r>
          </a:p>
        </p:txBody>
      </p:sp>
      <p:sp>
        <p:nvSpPr>
          <p:cNvPr id="11" name="source-8">
            <a:extLst xmlns:a="http://schemas.openxmlformats.org/drawingml/2006/main">
              <a:ext uri="{FF2B5EF4-FFF2-40B4-BE49-F238E27FC236}">
                <a16:creationId xmlns:a16="http://schemas.microsoft.com/office/drawing/2014/main" id="{8796B931-7A43-4529-87BD-7F49520D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19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来源：p.9908</a:t>
            </a:r>
          </a:p>
        </p:txBody>
      </p:sp>
      <p:sp>
        <p:nvSpPr>
          <p:cNvPr id="12" name="page-8">
            <a:extLst xmlns:a="http://schemas.openxmlformats.org/drawingml/2006/main">
              <a:ext uri="{FF2B5EF4-FFF2-40B4-BE49-F238E27FC236}">
                <a16:creationId xmlns:a16="http://schemas.microsoft.com/office/drawing/2014/main" id="{6FE31B15-E035-4BAE-8217-D901A0DB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647757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DAF5E6BD-8B3B-46E3-8758-1D28BFA2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TOKEN_S9_TITLE</a:t>
            </a:r>
          </a:p>
        </p:txBody>
      </p:sp>
      <p:graphicFrame>
        <p:nvGraphicFramePr>
          <p:cNvPr id="6" name="source-table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572250"/>
              </a:tblGrid>
              <a:tr h="585107">
                <a:tc>
                  <a:txBody>
                    <a:bodyPr/>
                    <a:lstStyle/>
                    <a:p>
                      <a:r>
                        <a:t>主题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原报告页码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TOKEN_S9_TOPIC_1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TOKEN_S9_PAGES_1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TOKEN_S9_TOPIC_2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TOKEN_S9_PAGES_2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TOKEN_S9_TOPIC_3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TOKEN_S9_PAGES_3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TOKEN_S9_TOPIC_4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TOKEN_S9_PAGES_4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TOKEN_S9_TOPIC_5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TOKEN_S9_PAGES_5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TOKEN_S9_TOPIC_6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TOKEN_S9_PAGES_6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" name="source-9">
            <a:extLst xmlns:a="http://schemas.openxmlformats.org/drawingml/2006/main">
              <a:ext uri="{FF2B5EF4-FFF2-40B4-BE49-F238E27FC236}">
                <a16:creationId xmlns:a16="http://schemas.microsoft.com/office/drawing/2014/main" id="{A4335877-F83D-485F-A4E4-BA2C0607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19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来源：p.9909</a:t>
            </a:r>
          </a:p>
        </p:txBody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9F713245-FE60-4A92-896E-21E5C3D7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02137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2026-07-14T10:50:04.4850000Z</dcterms:created>
  <dcterms:modified xsi:type="dcterms:W3CDTF">2026-07-14T10:50:04.4850000Z</dcterms:modified>
</coreProperties>
</file>